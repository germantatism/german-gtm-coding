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</p:sldIdLst>
  <p:sldSz cy="5143500" cx="9144000"/>
  <p:notesSz cx="5143500" cy="9144000"/>
  <p:embeddedFontLst>
    <p:embeddedFont>
      <p:font typeface="Titillium Web SemiBold"/>
      <p:regular r:id="rId8"/>
      <p:bold r:id="rId9"/>
      <p:italic r:id="rId10"/>
      <p:boldItalic r:id="rId11"/>
    </p:embeddedFont>
    <p:embeddedFont>
      <p:font typeface="Titillium Web"/>
      <p:regular r:id="rId12"/>
      <p:bold r:id="rId13"/>
      <p:italic r:id="rId14"/>
      <p:boldItalic r:id="rId15"/>
    </p:embeddedFont>
    <p:embeddedFont>
      <p:font typeface="Titillium Web Ligh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itilliumWebSemiBold-boldItalic.fntdata"/><Relationship Id="rId10" Type="http://schemas.openxmlformats.org/officeDocument/2006/relationships/font" Target="fonts/TitilliumWebSemiBold-italic.fntdata"/><Relationship Id="rId13" Type="http://schemas.openxmlformats.org/officeDocument/2006/relationships/font" Target="fonts/TitilliumWeb-bold.fntdata"/><Relationship Id="rId12" Type="http://schemas.openxmlformats.org/officeDocument/2006/relationships/font" Target="fonts/TitilliumWe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TitilliumWebSemiBold-bold.fntdata"/><Relationship Id="rId15" Type="http://schemas.openxmlformats.org/officeDocument/2006/relationships/font" Target="fonts/TitilliumWeb-boldItalic.fntdata"/><Relationship Id="rId14" Type="http://schemas.openxmlformats.org/officeDocument/2006/relationships/font" Target="fonts/TitilliumWeb-italic.fntdata"/><Relationship Id="rId17" Type="http://schemas.openxmlformats.org/officeDocument/2006/relationships/font" Target="fonts/TitilliumWebLight-bold.fntdata"/><Relationship Id="rId16" Type="http://schemas.openxmlformats.org/officeDocument/2006/relationships/font" Target="fonts/TitilliumWeb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TitilliumWebLight-boldItalic.fntdata"/><Relationship Id="rId6" Type="http://schemas.openxmlformats.org/officeDocument/2006/relationships/slide" Target="slides/slide1.xml"/><Relationship Id="rId18" Type="http://schemas.openxmlformats.org/officeDocument/2006/relationships/font" Target="fonts/TitilliumWebLight-italic.fntdata"/><Relationship Id="rId7" Type="http://schemas.openxmlformats.org/officeDocument/2006/relationships/slide" Target="slides/slide2.xml"/><Relationship Id="rId8" Type="http://schemas.openxmlformats.org/officeDocument/2006/relationships/font" Target="fonts/TitilliumWeb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g_fd60b3eafd43:notes"/>
          <p:cNvSpPr/>
          <p:nvPr>
            <p:ph idx="2" type="sldImg"/>
          </p:nvPr>
        </p:nvSpPr>
        <p:spPr>
          <a:xfrm>
            <a:off x="3429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g_fd60b3eafd43:notes"/>
          <p:cNvSpPr txBox="1"/>
          <p:nvPr>
            <p:ph idx="1" type="body"/>
          </p:nvPr>
        </p:nvSpPr>
        <p:spPr>
          <a:xfrm>
            <a:off x="342900" y="2200275"/>
            <a:ext cx="27432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62" name="Google Shape;962;pg_fd60b3eafd43:notes"/>
          <p:cNvSpPr txBox="1"/>
          <p:nvPr>
            <p:ph idx="12" type="sldNum"/>
          </p:nvPr>
        </p:nvSpPr>
        <p:spPr>
          <a:xfrm>
            <a:off x="1942306" y="4342607"/>
            <a:ext cx="1485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g_60a61f14a91d:notes"/>
          <p:cNvSpPr/>
          <p:nvPr>
            <p:ph idx="2" type="sldImg"/>
          </p:nvPr>
        </p:nvSpPr>
        <p:spPr>
          <a:xfrm>
            <a:off x="342900" y="571500"/>
            <a:ext cx="27432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g_60a61f14a91d:notes"/>
          <p:cNvSpPr txBox="1"/>
          <p:nvPr>
            <p:ph idx="1" type="body"/>
          </p:nvPr>
        </p:nvSpPr>
        <p:spPr>
          <a:xfrm>
            <a:off x="342900" y="2200275"/>
            <a:ext cx="27432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43" name="Google Shape;1043;pg_60a61f14a91d:notes"/>
          <p:cNvSpPr txBox="1"/>
          <p:nvPr>
            <p:ph idx="12" type="sldNum"/>
          </p:nvPr>
        </p:nvSpPr>
        <p:spPr>
          <a:xfrm>
            <a:off x="1942306" y="4342607"/>
            <a:ext cx="1485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back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 1">
  <p:cSld name="DEFAULT_1_1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 2">
  <p:cSld name="DEFAULT_1_2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 2 1">
  <p:cSld name="DEFAULT_1_2_1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 2 1 1 1">
  <p:cSld name="DEFAULT_1_2_1_1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 2 1 1 1 1">
  <p:cSld name="DEFAULT_1_2_1_1_1_1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DEFAULT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 showMasterSp="0">
  <p:cSld name="Title 3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blue circles&#10;&#10;AI-generated content may be incorrect." id="20" name="Google Shape;20;p10"/>
          <p:cNvPicPr preferRelativeResize="0"/>
          <p:nvPr/>
        </p:nvPicPr>
        <p:blipFill rotWithShape="1">
          <a:blip r:embed="rId2">
            <a:alphaModFix/>
          </a:blip>
          <a:srcRect b="2274" l="914" r="855" t="1794"/>
          <a:stretch/>
        </p:blipFill>
        <p:spPr>
          <a:xfrm>
            <a:off x="-108678" y="0"/>
            <a:ext cx="93613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954" y="306884"/>
            <a:ext cx="764150" cy="20935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0"/>
          <p:cNvSpPr txBox="1"/>
          <p:nvPr>
            <p:ph type="title"/>
          </p:nvPr>
        </p:nvSpPr>
        <p:spPr>
          <a:xfrm>
            <a:off x="367904" y="3749575"/>
            <a:ext cx="362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3300"/>
              <a:buFont typeface="Titillium Web SemiBold"/>
              <a:buNone/>
              <a:defRPr b="0" sz="3000">
                <a:solidFill>
                  <a:srgbClr val="E8EAF6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" name="Google Shape;23;p10"/>
          <p:cNvSpPr txBox="1"/>
          <p:nvPr>
            <p:ph idx="1" type="subTitle"/>
          </p:nvPr>
        </p:nvSpPr>
        <p:spPr>
          <a:xfrm>
            <a:off x="367904" y="3432006"/>
            <a:ext cx="36204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8EAF6"/>
              </a:buClr>
              <a:buSzPts val="1500"/>
              <a:buNone/>
              <a:defRPr b="0" sz="800" cap="none">
                <a:solidFill>
                  <a:srgbClr val="E8EAF6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" showMasterSp="0">
  <p:cSld name="End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11"/>
          <p:cNvCxnSpPr/>
          <p:nvPr/>
        </p:nvCxnSpPr>
        <p:spPr>
          <a:xfrm rot="10800000">
            <a:off x="35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1"/>
          <p:cNvSpPr/>
          <p:nvPr/>
        </p:nvSpPr>
        <p:spPr>
          <a:xfrm>
            <a:off x="344250" y="2552617"/>
            <a:ext cx="13500" cy="135000"/>
          </a:xfrm>
          <a:prstGeom prst="roundRect">
            <a:avLst>
              <a:gd fmla="val 16667" name="adj"/>
            </a:avLst>
          </a:prstGeom>
          <a:solidFill>
            <a:srgbClr val="8B95EC"/>
          </a:solidFill>
          <a:ln>
            <a:noFill/>
          </a:ln>
          <a:effectLst>
            <a:outerShdw blurRad="68093" sx="111980" rotWithShape="0" algn="ctr" dir="10619999" dist="1424" sy="111980">
              <a:schemeClr val="accent1">
                <a:alpha val="5137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8352" y="2533001"/>
            <a:ext cx="761450" cy="20861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1"/>
          <p:cNvSpPr/>
          <p:nvPr/>
        </p:nvSpPr>
        <p:spPr>
          <a:xfrm>
            <a:off x="7784247" y="2515921"/>
            <a:ext cx="16200" cy="2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7074" y="0"/>
            <a:ext cx="4229851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1"/>
          <p:cNvSpPr txBox="1"/>
          <p:nvPr>
            <p:ph type="title"/>
          </p:nvPr>
        </p:nvSpPr>
        <p:spPr>
          <a:xfrm>
            <a:off x="839099" y="2452643"/>
            <a:ext cx="544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Titillium Web SemiBold"/>
              <a:buNone/>
              <a:defRPr b="0" i="0" sz="2400" u="none" cap="none" strike="noStrike">
                <a:solidFill>
                  <a:schemeClr val="lt2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862912" y="2920380"/>
            <a:ext cx="336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b="1" i="0" sz="900" u="none" cap="none" strike="noStrike">
                <a:solidFill>
                  <a:schemeClr val="l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indent="-2984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○"/>
              <a:defRPr b="0" i="0" sz="9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984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■"/>
              <a:defRPr b="0" i="0" sz="9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b="0" i="0" sz="9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○"/>
              <a:defRPr b="0" i="0" sz="9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57125" lIns="57125" spcFirstLastPara="1" rIns="57125" wrap="square" tIns="5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grpSp>
        <p:nvGrpSpPr>
          <p:cNvPr id="35" name="Google Shape;35;p12"/>
          <p:cNvGrpSpPr/>
          <p:nvPr/>
        </p:nvGrpSpPr>
        <p:grpSpPr>
          <a:xfrm>
            <a:off x="1677062" y="12303"/>
            <a:ext cx="3595873" cy="4227353"/>
            <a:chOff x="2236082" y="16404"/>
            <a:chExt cx="4794498" cy="5636470"/>
          </a:xfrm>
        </p:grpSpPr>
        <p:sp>
          <p:nvSpPr>
            <p:cNvPr id="36" name="Google Shape;36;p12"/>
            <p:cNvSpPr/>
            <p:nvPr/>
          </p:nvSpPr>
          <p:spPr>
            <a:xfrm>
              <a:off x="6891110" y="781555"/>
              <a:ext cx="804" cy="804"/>
            </a:xfrm>
            <a:custGeom>
              <a:rect b="b" l="l" r="r" t="t"/>
              <a:pathLst>
                <a:path extrusionOk="0" h="96" w="96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6773088" y="1036993"/>
              <a:ext cx="804" cy="804"/>
            </a:xfrm>
            <a:custGeom>
              <a:rect b="b" l="l" r="r" t="t"/>
              <a:pathLst>
                <a:path extrusionOk="0" h="96" w="96">
                  <a:moveTo>
                    <a:pt x="48" y="96"/>
                  </a:moveTo>
                  <a:lnTo>
                    <a:pt x="96" y="49"/>
                  </a:lnTo>
                  <a:lnTo>
                    <a:pt x="48" y="0"/>
                  </a:lnTo>
                  <a:lnTo>
                    <a:pt x="0" y="49"/>
                  </a:lnTo>
                  <a:lnTo>
                    <a:pt x="48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>
              <a:off x="6655067" y="1122142"/>
              <a:ext cx="804" cy="804"/>
            </a:xfrm>
            <a:custGeom>
              <a:rect b="b" l="l" r="r" t="t"/>
              <a:pathLst>
                <a:path extrusionOk="0" h="96" w="96">
                  <a:moveTo>
                    <a:pt x="49" y="96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6580644" y="956654"/>
              <a:ext cx="1609" cy="1609"/>
            </a:xfrm>
            <a:custGeom>
              <a:rect b="b" l="l" r="r" t="t"/>
              <a:pathLst>
                <a:path extrusionOk="0" h="192" w="192">
                  <a:moveTo>
                    <a:pt x="192" y="96"/>
                  </a:moveTo>
                  <a:cubicBezTo>
                    <a:pt x="192" y="149"/>
                    <a:pt x="149" y="192"/>
                    <a:pt x="96" y="192"/>
                  </a:cubicBezTo>
                  <a:cubicBezTo>
                    <a:pt x="43" y="192"/>
                    <a:pt x="0" y="149"/>
                    <a:pt x="0" y="96"/>
                  </a:cubicBezTo>
                  <a:cubicBezTo>
                    <a:pt x="0" y="43"/>
                    <a:pt x="43" y="0"/>
                    <a:pt x="96" y="0"/>
                  </a:cubicBezTo>
                  <a:cubicBezTo>
                    <a:pt x="149" y="0"/>
                    <a:pt x="192" y="43"/>
                    <a:pt x="192" y="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>
              <a:off x="6580644" y="775941"/>
              <a:ext cx="1609" cy="1609"/>
            </a:xfrm>
            <a:custGeom>
              <a:rect b="b" l="l" r="r" t="t"/>
              <a:pathLst>
                <a:path extrusionOk="0" h="192" w="192">
                  <a:moveTo>
                    <a:pt x="192" y="96"/>
                  </a:moveTo>
                  <a:cubicBezTo>
                    <a:pt x="192" y="149"/>
                    <a:pt x="149" y="192"/>
                    <a:pt x="96" y="192"/>
                  </a:cubicBezTo>
                  <a:cubicBezTo>
                    <a:pt x="43" y="192"/>
                    <a:pt x="0" y="149"/>
                    <a:pt x="0" y="96"/>
                  </a:cubicBezTo>
                  <a:cubicBezTo>
                    <a:pt x="0" y="43"/>
                    <a:pt x="43" y="0"/>
                    <a:pt x="96" y="0"/>
                  </a:cubicBezTo>
                  <a:cubicBezTo>
                    <a:pt x="149" y="0"/>
                    <a:pt x="192" y="43"/>
                    <a:pt x="192" y="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6654664" y="610864"/>
              <a:ext cx="1618" cy="1609"/>
            </a:xfrm>
            <a:custGeom>
              <a:rect b="b" l="l" r="r" t="t"/>
              <a:pathLst>
                <a:path extrusionOk="0" h="192" w="193">
                  <a:moveTo>
                    <a:pt x="97" y="192"/>
                  </a:moveTo>
                  <a:cubicBezTo>
                    <a:pt x="150" y="192"/>
                    <a:pt x="193" y="149"/>
                    <a:pt x="193" y="96"/>
                  </a:cubicBezTo>
                  <a:cubicBezTo>
                    <a:pt x="193" y="43"/>
                    <a:pt x="150" y="0"/>
                    <a:pt x="97" y="0"/>
                  </a:cubicBezTo>
                  <a:cubicBezTo>
                    <a:pt x="44" y="0"/>
                    <a:pt x="0" y="43"/>
                    <a:pt x="0" y="96"/>
                  </a:cubicBezTo>
                  <a:cubicBezTo>
                    <a:pt x="0" y="149"/>
                    <a:pt x="44" y="192"/>
                    <a:pt x="97" y="1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6789895" y="489953"/>
              <a:ext cx="1618" cy="1600"/>
            </a:xfrm>
            <a:custGeom>
              <a:rect b="b" l="l" r="r" t="t"/>
              <a:pathLst>
                <a:path extrusionOk="0" h="191" w="193">
                  <a:moveTo>
                    <a:pt x="97" y="191"/>
                  </a:moveTo>
                  <a:cubicBezTo>
                    <a:pt x="150" y="191"/>
                    <a:pt x="193" y="149"/>
                    <a:pt x="193" y="95"/>
                  </a:cubicBezTo>
                  <a:cubicBezTo>
                    <a:pt x="193" y="43"/>
                    <a:pt x="150" y="0"/>
                    <a:pt x="97" y="0"/>
                  </a:cubicBezTo>
                  <a:cubicBezTo>
                    <a:pt x="44" y="0"/>
                    <a:pt x="0" y="43"/>
                    <a:pt x="0" y="95"/>
                  </a:cubicBezTo>
                  <a:cubicBezTo>
                    <a:pt x="0" y="149"/>
                    <a:pt x="44" y="191"/>
                    <a:pt x="97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" name="Google Shape;43;p12"/>
            <p:cNvSpPr/>
            <p:nvPr/>
          </p:nvSpPr>
          <p:spPr>
            <a:xfrm>
              <a:off x="6828410" y="1417384"/>
              <a:ext cx="1618" cy="1600"/>
            </a:xfrm>
            <a:custGeom>
              <a:rect b="b" l="l" r="r" t="t"/>
              <a:pathLst>
                <a:path extrusionOk="0" h="191" w="193">
                  <a:moveTo>
                    <a:pt x="96" y="191"/>
                  </a:moveTo>
                  <a:cubicBezTo>
                    <a:pt x="150" y="191"/>
                    <a:pt x="193" y="149"/>
                    <a:pt x="193" y="95"/>
                  </a:cubicBezTo>
                  <a:cubicBezTo>
                    <a:pt x="193" y="43"/>
                    <a:pt x="150" y="0"/>
                    <a:pt x="96" y="0"/>
                  </a:cubicBezTo>
                  <a:cubicBezTo>
                    <a:pt x="43" y="0"/>
                    <a:pt x="0" y="43"/>
                    <a:pt x="0" y="95"/>
                  </a:cubicBezTo>
                  <a:cubicBezTo>
                    <a:pt x="0" y="149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" name="Google Shape;44;p12"/>
            <p:cNvSpPr/>
            <p:nvPr/>
          </p:nvSpPr>
          <p:spPr>
            <a:xfrm>
              <a:off x="6665335" y="1334667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" name="Google Shape;45;p12"/>
            <p:cNvSpPr/>
            <p:nvPr/>
          </p:nvSpPr>
          <p:spPr>
            <a:xfrm>
              <a:off x="6536240" y="1206486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" name="Google Shape;46;p12"/>
            <p:cNvSpPr/>
            <p:nvPr/>
          </p:nvSpPr>
          <p:spPr>
            <a:xfrm>
              <a:off x="6452948" y="1044555"/>
              <a:ext cx="3236" cy="3209"/>
            </a:xfrm>
            <a:custGeom>
              <a:rect b="b" l="l" r="r" t="t"/>
              <a:pathLst>
                <a:path extrusionOk="0" h="383" w="386">
                  <a:moveTo>
                    <a:pt x="193" y="384"/>
                  </a:moveTo>
                  <a:cubicBezTo>
                    <a:pt x="300" y="384"/>
                    <a:pt x="387" y="297"/>
                    <a:pt x="387" y="191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1"/>
                  </a:cubicBezTo>
                  <a:cubicBezTo>
                    <a:pt x="0" y="297"/>
                    <a:pt x="87" y="384"/>
                    <a:pt x="193" y="3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" name="Google Shape;47;p12"/>
            <p:cNvSpPr/>
            <p:nvPr/>
          </p:nvSpPr>
          <p:spPr>
            <a:xfrm>
              <a:off x="6424391" y="865488"/>
              <a:ext cx="3236" cy="3209"/>
            </a:xfrm>
            <a:custGeom>
              <a:rect b="b" l="l" r="r" t="t"/>
              <a:pathLst>
                <a:path extrusionOk="0" h="383" w="386">
                  <a:moveTo>
                    <a:pt x="193" y="384"/>
                  </a:moveTo>
                  <a:cubicBezTo>
                    <a:pt x="300" y="384"/>
                    <a:pt x="387" y="298"/>
                    <a:pt x="387" y="192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2"/>
                  </a:cubicBezTo>
                  <a:cubicBezTo>
                    <a:pt x="0" y="298"/>
                    <a:pt x="87" y="384"/>
                    <a:pt x="193" y="3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" name="Google Shape;48;p12"/>
            <p:cNvSpPr/>
            <p:nvPr/>
          </p:nvSpPr>
          <p:spPr>
            <a:xfrm>
              <a:off x="6452545" y="686028"/>
              <a:ext cx="4032" cy="4032"/>
            </a:xfrm>
            <a:custGeom>
              <a:rect b="b" l="l" r="r" t="t"/>
              <a:pathLst>
                <a:path extrusionOk="0" h="481" w="481">
                  <a:moveTo>
                    <a:pt x="482" y="241"/>
                  </a:moveTo>
                  <a:cubicBezTo>
                    <a:pt x="482" y="374"/>
                    <a:pt x="374" y="482"/>
                    <a:pt x="241" y="482"/>
                  </a:cubicBezTo>
                  <a:cubicBezTo>
                    <a:pt x="108" y="482"/>
                    <a:pt x="0" y="374"/>
                    <a:pt x="0" y="241"/>
                  </a:cubicBezTo>
                  <a:cubicBezTo>
                    <a:pt x="0" y="108"/>
                    <a:pt x="108" y="0"/>
                    <a:pt x="241" y="0"/>
                  </a:cubicBezTo>
                  <a:cubicBezTo>
                    <a:pt x="374" y="0"/>
                    <a:pt x="482" y="108"/>
                    <a:pt x="482" y="2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" name="Google Shape;49;p12"/>
            <p:cNvSpPr/>
            <p:nvPr/>
          </p:nvSpPr>
          <p:spPr>
            <a:xfrm>
              <a:off x="6535427" y="524518"/>
              <a:ext cx="4042" cy="4014"/>
            </a:xfrm>
            <a:custGeom>
              <a:rect b="b" l="l" r="r" t="t"/>
              <a:pathLst>
                <a:path extrusionOk="0" h="479" w="483">
                  <a:moveTo>
                    <a:pt x="242" y="479"/>
                  </a:moveTo>
                  <a:cubicBezTo>
                    <a:pt x="375" y="479"/>
                    <a:pt x="484" y="371"/>
                    <a:pt x="484" y="239"/>
                  </a:cubicBezTo>
                  <a:cubicBezTo>
                    <a:pt x="484" y="107"/>
                    <a:pt x="375" y="0"/>
                    <a:pt x="242" y="0"/>
                  </a:cubicBezTo>
                  <a:cubicBezTo>
                    <a:pt x="109" y="0"/>
                    <a:pt x="0" y="107"/>
                    <a:pt x="0" y="239"/>
                  </a:cubicBezTo>
                  <a:cubicBezTo>
                    <a:pt x="0" y="371"/>
                    <a:pt x="109" y="479"/>
                    <a:pt x="242" y="47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" name="Google Shape;50;p12"/>
            <p:cNvSpPr/>
            <p:nvPr/>
          </p:nvSpPr>
          <p:spPr>
            <a:xfrm>
              <a:off x="6664522" y="396319"/>
              <a:ext cx="4032" cy="4024"/>
            </a:xfrm>
            <a:custGeom>
              <a:rect b="b" l="l" r="r" t="t"/>
              <a:pathLst>
                <a:path extrusionOk="0" h="480" w="482">
                  <a:moveTo>
                    <a:pt x="242" y="480"/>
                  </a:moveTo>
                  <a:cubicBezTo>
                    <a:pt x="375" y="480"/>
                    <a:pt x="483" y="372"/>
                    <a:pt x="483" y="240"/>
                  </a:cubicBezTo>
                  <a:cubicBezTo>
                    <a:pt x="483" y="108"/>
                    <a:pt x="375" y="0"/>
                    <a:pt x="242" y="0"/>
                  </a:cubicBezTo>
                  <a:cubicBezTo>
                    <a:pt x="109" y="0"/>
                    <a:pt x="0" y="108"/>
                    <a:pt x="0" y="240"/>
                  </a:cubicBezTo>
                  <a:cubicBezTo>
                    <a:pt x="0" y="372"/>
                    <a:pt x="109" y="480"/>
                    <a:pt x="242" y="4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" name="Google Shape;51;p12"/>
            <p:cNvSpPr/>
            <p:nvPr/>
          </p:nvSpPr>
          <p:spPr>
            <a:xfrm>
              <a:off x="6827193" y="314014"/>
              <a:ext cx="4032" cy="4024"/>
            </a:xfrm>
            <a:custGeom>
              <a:rect b="b" l="l" r="r" t="t"/>
              <a:pathLst>
                <a:path extrusionOk="0" h="480" w="482">
                  <a:moveTo>
                    <a:pt x="241" y="480"/>
                  </a:moveTo>
                  <a:cubicBezTo>
                    <a:pt x="375" y="480"/>
                    <a:pt x="483" y="372"/>
                    <a:pt x="483" y="240"/>
                  </a:cubicBezTo>
                  <a:cubicBezTo>
                    <a:pt x="483" y="108"/>
                    <a:pt x="375" y="0"/>
                    <a:pt x="241" y="0"/>
                  </a:cubicBezTo>
                  <a:cubicBezTo>
                    <a:pt x="108" y="0"/>
                    <a:pt x="0" y="108"/>
                    <a:pt x="0" y="240"/>
                  </a:cubicBezTo>
                  <a:cubicBezTo>
                    <a:pt x="0" y="372"/>
                    <a:pt x="108" y="480"/>
                    <a:pt x="241" y="4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6871249" y="1576955"/>
              <a:ext cx="3218" cy="3218"/>
            </a:xfrm>
            <a:custGeom>
              <a:rect b="b" l="l" r="r" t="t"/>
              <a:pathLst>
                <a:path extrusionOk="0" h="384" w="384">
                  <a:moveTo>
                    <a:pt x="385" y="192"/>
                  </a:moveTo>
                  <a:cubicBezTo>
                    <a:pt x="385" y="299"/>
                    <a:pt x="299" y="385"/>
                    <a:pt x="192" y="385"/>
                  </a:cubicBezTo>
                  <a:cubicBezTo>
                    <a:pt x="86" y="385"/>
                    <a:pt x="0" y="299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9" y="0"/>
                    <a:pt x="385" y="86"/>
                    <a:pt x="385" y="1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" name="Google Shape;53;p12"/>
            <p:cNvSpPr/>
            <p:nvPr/>
          </p:nvSpPr>
          <p:spPr>
            <a:xfrm>
              <a:off x="6696955" y="1520464"/>
              <a:ext cx="4032" cy="4024"/>
            </a:xfrm>
            <a:custGeom>
              <a:rect b="b" l="l" r="r" t="t"/>
              <a:pathLst>
                <a:path extrusionOk="0" h="480" w="482">
                  <a:moveTo>
                    <a:pt x="241" y="480"/>
                  </a:moveTo>
                  <a:cubicBezTo>
                    <a:pt x="374" y="480"/>
                    <a:pt x="483" y="372"/>
                    <a:pt x="483" y="240"/>
                  </a:cubicBezTo>
                  <a:cubicBezTo>
                    <a:pt x="483" y="108"/>
                    <a:pt x="374" y="0"/>
                    <a:pt x="241" y="0"/>
                  </a:cubicBezTo>
                  <a:cubicBezTo>
                    <a:pt x="108" y="0"/>
                    <a:pt x="0" y="108"/>
                    <a:pt x="0" y="240"/>
                  </a:cubicBezTo>
                  <a:cubicBezTo>
                    <a:pt x="0" y="372"/>
                    <a:pt x="108" y="480"/>
                    <a:pt x="241" y="4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" name="Google Shape;54;p12"/>
            <p:cNvSpPr/>
            <p:nvPr/>
          </p:nvSpPr>
          <p:spPr>
            <a:xfrm>
              <a:off x="6542166" y="1422769"/>
              <a:ext cx="4846" cy="4818"/>
            </a:xfrm>
            <a:custGeom>
              <a:rect b="b" l="l" r="r" t="t"/>
              <a:pathLst>
                <a:path extrusionOk="0" h="575" w="579">
                  <a:moveTo>
                    <a:pt x="290" y="575"/>
                  </a:moveTo>
                  <a:cubicBezTo>
                    <a:pt x="450" y="575"/>
                    <a:pt x="579" y="447"/>
                    <a:pt x="579" y="288"/>
                  </a:cubicBezTo>
                  <a:cubicBezTo>
                    <a:pt x="579" y="129"/>
                    <a:pt x="450" y="0"/>
                    <a:pt x="290" y="0"/>
                  </a:cubicBez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30" y="575"/>
                    <a:pt x="290" y="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" name="Google Shape;55;p12"/>
            <p:cNvSpPr/>
            <p:nvPr/>
          </p:nvSpPr>
          <p:spPr>
            <a:xfrm>
              <a:off x="6417003" y="1290419"/>
              <a:ext cx="4855" cy="4818"/>
            </a:xfrm>
            <a:custGeom>
              <a:rect b="b" l="l" r="r" t="t"/>
              <a:pathLst>
                <a:path extrusionOk="0" h="575" w="580">
                  <a:moveTo>
                    <a:pt x="290" y="575"/>
                  </a:moveTo>
                  <a:cubicBezTo>
                    <a:pt x="450" y="575"/>
                    <a:pt x="580" y="447"/>
                    <a:pt x="580" y="288"/>
                  </a:cubicBezTo>
                  <a:cubicBezTo>
                    <a:pt x="580" y="129"/>
                    <a:pt x="450" y="0"/>
                    <a:pt x="290" y="0"/>
                  </a:cubicBez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30" y="575"/>
                    <a:pt x="290" y="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" name="Google Shape;56;p12"/>
            <p:cNvSpPr/>
            <p:nvPr/>
          </p:nvSpPr>
          <p:spPr>
            <a:xfrm>
              <a:off x="6328525" y="1130920"/>
              <a:ext cx="5660" cy="5623"/>
            </a:xfrm>
            <a:custGeom>
              <a:rect b="b" l="l" r="r" t="t"/>
              <a:pathLst>
                <a:path extrusionOk="0" h="671" w="676">
                  <a:moveTo>
                    <a:pt x="338" y="672"/>
                  </a:moveTo>
                  <a:cubicBezTo>
                    <a:pt x="525" y="672"/>
                    <a:pt x="676" y="521"/>
                    <a:pt x="676" y="335"/>
                  </a:cubicBezTo>
                  <a:cubicBezTo>
                    <a:pt x="676" y="150"/>
                    <a:pt x="525" y="0"/>
                    <a:pt x="338" y="0"/>
                  </a:cubicBezTo>
                  <a:cubicBezTo>
                    <a:pt x="151" y="0"/>
                    <a:pt x="0" y="150"/>
                    <a:pt x="0" y="335"/>
                  </a:cubicBezTo>
                  <a:cubicBezTo>
                    <a:pt x="0" y="521"/>
                    <a:pt x="151" y="672"/>
                    <a:pt x="338" y="6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" name="Google Shape;57;p12"/>
            <p:cNvSpPr/>
            <p:nvPr/>
          </p:nvSpPr>
          <p:spPr>
            <a:xfrm>
              <a:off x="6282641" y="954670"/>
              <a:ext cx="6464" cy="6427"/>
            </a:xfrm>
            <a:custGeom>
              <a:rect b="b" l="l" r="r" t="t"/>
              <a:pathLst>
                <a:path extrusionOk="0" h="767" w="772">
                  <a:moveTo>
                    <a:pt x="387" y="768"/>
                  </a:moveTo>
                  <a:cubicBezTo>
                    <a:pt x="600" y="768"/>
                    <a:pt x="772" y="596"/>
                    <a:pt x="772" y="384"/>
                  </a:cubicBezTo>
                  <a:cubicBezTo>
                    <a:pt x="772" y="172"/>
                    <a:pt x="600" y="0"/>
                    <a:pt x="387" y="0"/>
                  </a:cubicBezTo>
                  <a:cubicBezTo>
                    <a:pt x="173" y="0"/>
                    <a:pt x="0" y="172"/>
                    <a:pt x="0" y="384"/>
                  </a:cubicBezTo>
                  <a:cubicBezTo>
                    <a:pt x="0" y="596"/>
                    <a:pt x="173" y="768"/>
                    <a:pt x="387" y="76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" name="Google Shape;58;p12"/>
            <p:cNvSpPr/>
            <p:nvPr/>
          </p:nvSpPr>
          <p:spPr>
            <a:xfrm>
              <a:off x="6282229" y="772713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5" y="863"/>
                  </a:moveTo>
                  <a:cubicBezTo>
                    <a:pt x="675" y="863"/>
                    <a:pt x="870" y="670"/>
                    <a:pt x="870" y="431"/>
                  </a:cubicBezTo>
                  <a:cubicBezTo>
                    <a:pt x="870" y="193"/>
                    <a:pt x="675" y="0"/>
                    <a:pt x="435" y="0"/>
                  </a:cubicBezTo>
                  <a:cubicBezTo>
                    <a:pt x="195" y="0"/>
                    <a:pt x="0" y="193"/>
                    <a:pt x="0" y="431"/>
                  </a:cubicBezTo>
                  <a:cubicBezTo>
                    <a:pt x="0" y="670"/>
                    <a:pt x="195" y="863"/>
                    <a:pt x="435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" name="Google Shape;59;p12"/>
            <p:cNvSpPr/>
            <p:nvPr/>
          </p:nvSpPr>
          <p:spPr>
            <a:xfrm>
              <a:off x="6327702" y="596865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5" y="863"/>
                  </a:moveTo>
                  <a:cubicBezTo>
                    <a:pt x="675" y="863"/>
                    <a:pt x="870" y="670"/>
                    <a:pt x="870" y="431"/>
                  </a:cubicBezTo>
                  <a:cubicBezTo>
                    <a:pt x="870" y="192"/>
                    <a:pt x="675" y="0"/>
                    <a:pt x="435" y="0"/>
                  </a:cubicBezTo>
                  <a:cubicBezTo>
                    <a:pt x="195" y="0"/>
                    <a:pt x="0" y="192"/>
                    <a:pt x="0" y="431"/>
                  </a:cubicBezTo>
                  <a:cubicBezTo>
                    <a:pt x="0" y="670"/>
                    <a:pt x="195" y="863"/>
                    <a:pt x="435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" name="Google Shape;60;p12"/>
            <p:cNvSpPr/>
            <p:nvPr/>
          </p:nvSpPr>
          <p:spPr>
            <a:xfrm>
              <a:off x="6415787" y="437759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4" y="863"/>
                  </a:moveTo>
                  <a:cubicBezTo>
                    <a:pt x="674" y="863"/>
                    <a:pt x="870" y="670"/>
                    <a:pt x="870" y="431"/>
                  </a:cubicBezTo>
                  <a:cubicBezTo>
                    <a:pt x="870" y="192"/>
                    <a:pt x="674" y="0"/>
                    <a:pt x="434" y="0"/>
                  </a:cubicBezTo>
                  <a:cubicBezTo>
                    <a:pt x="194" y="0"/>
                    <a:pt x="0" y="192"/>
                    <a:pt x="0" y="431"/>
                  </a:cubicBezTo>
                  <a:cubicBezTo>
                    <a:pt x="0" y="670"/>
                    <a:pt x="194" y="863"/>
                    <a:pt x="434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540959" y="305409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4" y="863"/>
                  </a:moveTo>
                  <a:cubicBezTo>
                    <a:pt x="674" y="863"/>
                    <a:pt x="870" y="670"/>
                    <a:pt x="870" y="431"/>
                  </a:cubicBezTo>
                  <a:cubicBezTo>
                    <a:pt x="870" y="193"/>
                    <a:pt x="674" y="0"/>
                    <a:pt x="434" y="0"/>
                  </a:cubicBezTo>
                  <a:cubicBezTo>
                    <a:pt x="194" y="0"/>
                    <a:pt x="0" y="193"/>
                    <a:pt x="0" y="431"/>
                  </a:cubicBezTo>
                  <a:cubicBezTo>
                    <a:pt x="0" y="670"/>
                    <a:pt x="194" y="863"/>
                    <a:pt x="434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" name="Google Shape;62;p12"/>
            <p:cNvSpPr/>
            <p:nvPr/>
          </p:nvSpPr>
          <p:spPr>
            <a:xfrm>
              <a:off x="6695328" y="208126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4" y="863"/>
                  </a:moveTo>
                  <a:cubicBezTo>
                    <a:pt x="674" y="863"/>
                    <a:pt x="870" y="670"/>
                    <a:pt x="870" y="431"/>
                  </a:cubicBezTo>
                  <a:cubicBezTo>
                    <a:pt x="870" y="193"/>
                    <a:pt x="674" y="0"/>
                    <a:pt x="434" y="0"/>
                  </a:cubicBezTo>
                  <a:cubicBezTo>
                    <a:pt x="194" y="0"/>
                    <a:pt x="0" y="193"/>
                    <a:pt x="0" y="431"/>
                  </a:cubicBezTo>
                  <a:cubicBezTo>
                    <a:pt x="0" y="670"/>
                    <a:pt x="194" y="863"/>
                    <a:pt x="434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" name="Google Shape;63;p12"/>
            <p:cNvSpPr/>
            <p:nvPr/>
          </p:nvSpPr>
          <p:spPr>
            <a:xfrm>
              <a:off x="6869219" y="152028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4" y="863"/>
                  </a:moveTo>
                  <a:cubicBezTo>
                    <a:pt x="674" y="863"/>
                    <a:pt x="870" y="670"/>
                    <a:pt x="870" y="432"/>
                  </a:cubicBezTo>
                  <a:cubicBezTo>
                    <a:pt x="870" y="193"/>
                    <a:pt x="674" y="0"/>
                    <a:pt x="434" y="0"/>
                  </a:cubicBezTo>
                  <a:cubicBezTo>
                    <a:pt x="194" y="0"/>
                    <a:pt x="0" y="193"/>
                    <a:pt x="0" y="432"/>
                  </a:cubicBezTo>
                  <a:cubicBezTo>
                    <a:pt x="0" y="670"/>
                    <a:pt x="194" y="863"/>
                    <a:pt x="434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" name="Google Shape;64;p12"/>
            <p:cNvSpPr/>
            <p:nvPr/>
          </p:nvSpPr>
          <p:spPr>
            <a:xfrm>
              <a:off x="6735415" y="1690094"/>
              <a:ext cx="7278" cy="7223"/>
            </a:xfrm>
            <a:custGeom>
              <a:rect b="b" l="l" r="r" t="t"/>
              <a:pathLst>
                <a:path extrusionOk="0" h="863" w="869">
                  <a:moveTo>
                    <a:pt x="434" y="864"/>
                  </a:moveTo>
                  <a:cubicBezTo>
                    <a:pt x="674" y="864"/>
                    <a:pt x="870" y="671"/>
                    <a:pt x="870" y="432"/>
                  </a:cubicBezTo>
                  <a:cubicBezTo>
                    <a:pt x="870" y="193"/>
                    <a:pt x="674" y="0"/>
                    <a:pt x="434" y="0"/>
                  </a:cubicBezTo>
                  <a:cubicBezTo>
                    <a:pt x="194" y="0"/>
                    <a:pt x="0" y="193"/>
                    <a:pt x="0" y="432"/>
                  </a:cubicBezTo>
                  <a:cubicBezTo>
                    <a:pt x="0" y="671"/>
                    <a:pt x="194" y="864"/>
                    <a:pt x="434" y="8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" name="Google Shape;65;p12"/>
            <p:cNvSpPr/>
            <p:nvPr/>
          </p:nvSpPr>
          <p:spPr>
            <a:xfrm>
              <a:off x="6567842" y="1615799"/>
              <a:ext cx="8082" cy="8027"/>
            </a:xfrm>
            <a:custGeom>
              <a:rect b="b" l="l" r="r" t="t"/>
              <a:pathLst>
                <a:path extrusionOk="0" h="959" w="965">
                  <a:moveTo>
                    <a:pt x="483" y="959"/>
                  </a:moveTo>
                  <a:cubicBezTo>
                    <a:pt x="750" y="959"/>
                    <a:pt x="966" y="744"/>
                    <a:pt x="966" y="479"/>
                  </a:cubicBezTo>
                  <a:cubicBezTo>
                    <a:pt x="966" y="214"/>
                    <a:pt x="750" y="0"/>
                    <a:pt x="483" y="0"/>
                  </a:cubicBezTo>
                  <a:cubicBezTo>
                    <a:pt x="216" y="0"/>
                    <a:pt x="0" y="214"/>
                    <a:pt x="0" y="479"/>
                  </a:cubicBezTo>
                  <a:cubicBezTo>
                    <a:pt x="0" y="744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" name="Google Shape;66;p12"/>
            <p:cNvSpPr/>
            <p:nvPr/>
          </p:nvSpPr>
          <p:spPr>
            <a:xfrm>
              <a:off x="6419801" y="1508997"/>
              <a:ext cx="8093" cy="8027"/>
            </a:xfrm>
            <a:custGeom>
              <a:rect b="b" l="l" r="r" t="t"/>
              <a:pathLst>
                <a:path extrusionOk="0" h="959" w="966">
                  <a:moveTo>
                    <a:pt x="483" y="959"/>
                  </a:moveTo>
                  <a:cubicBezTo>
                    <a:pt x="751" y="959"/>
                    <a:pt x="967" y="745"/>
                    <a:pt x="967" y="480"/>
                  </a:cubicBezTo>
                  <a:cubicBezTo>
                    <a:pt x="967" y="215"/>
                    <a:pt x="751" y="0"/>
                    <a:pt x="483" y="0"/>
                  </a:cubicBezTo>
                  <a:cubicBezTo>
                    <a:pt x="216" y="0"/>
                    <a:pt x="0" y="215"/>
                    <a:pt x="0" y="480"/>
                  </a:cubicBezTo>
                  <a:cubicBezTo>
                    <a:pt x="0" y="745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" name="Google Shape;67;p12"/>
            <p:cNvSpPr/>
            <p:nvPr/>
          </p:nvSpPr>
          <p:spPr>
            <a:xfrm>
              <a:off x="6296951" y="1373556"/>
              <a:ext cx="8897" cy="8833"/>
            </a:xfrm>
            <a:custGeom>
              <a:rect b="b" l="l" r="r" t="t"/>
              <a:pathLst>
                <a:path extrusionOk="0" h="1055" w="1062">
                  <a:moveTo>
                    <a:pt x="532" y="1055"/>
                  </a:moveTo>
                  <a:cubicBezTo>
                    <a:pt x="825" y="1055"/>
                    <a:pt x="1063" y="819"/>
                    <a:pt x="1063" y="528"/>
                  </a:cubicBezTo>
                  <a:cubicBezTo>
                    <a:pt x="1063" y="236"/>
                    <a:pt x="825" y="0"/>
                    <a:pt x="532" y="0"/>
                  </a:cubicBezTo>
                  <a:cubicBezTo>
                    <a:pt x="238" y="0"/>
                    <a:pt x="0" y="236"/>
                    <a:pt x="0" y="528"/>
                  </a:cubicBezTo>
                  <a:cubicBezTo>
                    <a:pt x="0" y="819"/>
                    <a:pt x="238" y="1055"/>
                    <a:pt x="532" y="10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" name="Google Shape;68;p12"/>
            <p:cNvSpPr/>
            <p:nvPr/>
          </p:nvSpPr>
          <p:spPr>
            <a:xfrm>
              <a:off x="6205063" y="1215804"/>
              <a:ext cx="9710" cy="9628"/>
            </a:xfrm>
            <a:custGeom>
              <a:rect b="b" l="l" r="r" t="t"/>
              <a:pathLst>
                <a:path extrusionOk="0" h="1150" w="1159">
                  <a:moveTo>
                    <a:pt x="579" y="1151"/>
                  </a:moveTo>
                  <a:cubicBezTo>
                    <a:pt x="900" y="1151"/>
                    <a:pt x="1159" y="893"/>
                    <a:pt x="1159" y="575"/>
                  </a:cubicBezTo>
                  <a:cubicBezTo>
                    <a:pt x="1159" y="257"/>
                    <a:pt x="900" y="0"/>
                    <a:pt x="579" y="0"/>
                  </a:cubicBezTo>
                  <a:cubicBezTo>
                    <a:pt x="259" y="0"/>
                    <a:pt x="0" y="257"/>
                    <a:pt x="0" y="575"/>
                  </a:cubicBezTo>
                  <a:cubicBezTo>
                    <a:pt x="0" y="893"/>
                    <a:pt x="259" y="1151"/>
                    <a:pt x="579" y="115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" name="Google Shape;69;p12"/>
            <p:cNvSpPr/>
            <p:nvPr/>
          </p:nvSpPr>
          <p:spPr>
            <a:xfrm>
              <a:off x="6148114" y="1042589"/>
              <a:ext cx="10507" cy="10432"/>
            </a:xfrm>
            <a:custGeom>
              <a:rect b="b" l="l" r="r" t="t"/>
              <a:pathLst>
                <a:path extrusionOk="0" h="1246" w="1255">
                  <a:moveTo>
                    <a:pt x="628" y="1247"/>
                  </a:moveTo>
                  <a:cubicBezTo>
                    <a:pt x="974" y="1247"/>
                    <a:pt x="1255" y="968"/>
                    <a:pt x="1255" y="623"/>
                  </a:cubicBezTo>
                  <a:cubicBezTo>
                    <a:pt x="1255" y="279"/>
                    <a:pt x="974" y="0"/>
                    <a:pt x="628" y="0"/>
                  </a:cubicBezTo>
                  <a:cubicBezTo>
                    <a:pt x="281" y="0"/>
                    <a:pt x="0" y="279"/>
                    <a:pt x="0" y="623"/>
                  </a:cubicBezTo>
                  <a:cubicBezTo>
                    <a:pt x="0" y="968"/>
                    <a:pt x="281" y="1247"/>
                    <a:pt x="628" y="12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" name="Google Shape;70;p12"/>
            <p:cNvSpPr/>
            <p:nvPr/>
          </p:nvSpPr>
          <p:spPr>
            <a:xfrm>
              <a:off x="6128573" y="861483"/>
              <a:ext cx="11320" cy="11236"/>
            </a:xfrm>
            <a:custGeom>
              <a:rect b="b" l="l" r="r" t="t"/>
              <a:pathLst>
                <a:path extrusionOk="0" h="1342" w="1352">
                  <a:moveTo>
                    <a:pt x="676" y="1342"/>
                  </a:moveTo>
                  <a:cubicBezTo>
                    <a:pt x="1051" y="1342"/>
                    <a:pt x="1353" y="1042"/>
                    <a:pt x="1353" y="672"/>
                  </a:cubicBezTo>
                  <a:cubicBezTo>
                    <a:pt x="1353" y="300"/>
                    <a:pt x="1051" y="0"/>
                    <a:pt x="676" y="0"/>
                  </a:cubicBezTo>
                  <a:cubicBezTo>
                    <a:pt x="303" y="0"/>
                    <a:pt x="0" y="300"/>
                    <a:pt x="0" y="672"/>
                  </a:cubicBezTo>
                  <a:cubicBezTo>
                    <a:pt x="0" y="1042"/>
                    <a:pt x="303" y="1342"/>
                    <a:pt x="676" y="134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" name="Google Shape;71;p12"/>
            <p:cNvSpPr/>
            <p:nvPr/>
          </p:nvSpPr>
          <p:spPr>
            <a:xfrm>
              <a:off x="6147300" y="680368"/>
              <a:ext cx="12135" cy="12052"/>
            </a:xfrm>
            <a:custGeom>
              <a:rect b="b" l="l" r="r" t="t"/>
              <a:pathLst>
                <a:path extrusionOk="0" h="1439" w="1449">
                  <a:moveTo>
                    <a:pt x="725" y="1439"/>
                  </a:moveTo>
                  <a:cubicBezTo>
                    <a:pt x="1125" y="1439"/>
                    <a:pt x="1450" y="1117"/>
                    <a:pt x="1450" y="720"/>
                  </a:cubicBezTo>
                  <a:cubicBezTo>
                    <a:pt x="1450" y="323"/>
                    <a:pt x="1125" y="0"/>
                    <a:pt x="725" y="0"/>
                  </a:cubicBezTo>
                  <a:cubicBezTo>
                    <a:pt x="325" y="0"/>
                    <a:pt x="0" y="323"/>
                    <a:pt x="0" y="720"/>
                  </a:cubicBezTo>
                  <a:cubicBezTo>
                    <a:pt x="0" y="1117"/>
                    <a:pt x="325" y="1439"/>
                    <a:pt x="725" y="14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" name="Google Shape;72;p12"/>
            <p:cNvSpPr/>
            <p:nvPr/>
          </p:nvSpPr>
          <p:spPr>
            <a:xfrm>
              <a:off x="6203847" y="507565"/>
              <a:ext cx="12123" cy="12043"/>
            </a:xfrm>
            <a:custGeom>
              <a:rect b="b" l="l" r="r" t="t"/>
              <a:pathLst>
                <a:path extrusionOk="0" h="1438" w="1448">
                  <a:moveTo>
                    <a:pt x="724" y="1438"/>
                  </a:moveTo>
                  <a:cubicBezTo>
                    <a:pt x="1125" y="1438"/>
                    <a:pt x="1449" y="1116"/>
                    <a:pt x="1449" y="719"/>
                  </a:cubicBezTo>
                  <a:cubicBezTo>
                    <a:pt x="1449" y="322"/>
                    <a:pt x="1125" y="0"/>
                    <a:pt x="724" y="0"/>
                  </a:cubicBezTo>
                  <a:cubicBezTo>
                    <a:pt x="324" y="0"/>
                    <a:pt x="0" y="322"/>
                    <a:pt x="0" y="719"/>
                  </a:cubicBezTo>
                  <a:cubicBezTo>
                    <a:pt x="0" y="1116"/>
                    <a:pt x="324" y="1438"/>
                    <a:pt x="724" y="143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" name="Google Shape;73;p12"/>
            <p:cNvSpPr/>
            <p:nvPr/>
          </p:nvSpPr>
          <p:spPr>
            <a:xfrm>
              <a:off x="6295342" y="350206"/>
              <a:ext cx="12123" cy="12052"/>
            </a:xfrm>
            <a:custGeom>
              <a:rect b="b" l="l" r="r" t="t"/>
              <a:pathLst>
                <a:path extrusionOk="0" h="1439" w="1448">
                  <a:moveTo>
                    <a:pt x="725" y="1439"/>
                  </a:moveTo>
                  <a:cubicBezTo>
                    <a:pt x="1125" y="1439"/>
                    <a:pt x="1449" y="1116"/>
                    <a:pt x="1449" y="719"/>
                  </a:cubicBezTo>
                  <a:cubicBezTo>
                    <a:pt x="1449" y="322"/>
                    <a:pt x="1125" y="0"/>
                    <a:pt x="725" y="0"/>
                  </a:cubicBezTo>
                  <a:cubicBezTo>
                    <a:pt x="325" y="0"/>
                    <a:pt x="0" y="322"/>
                    <a:pt x="0" y="719"/>
                  </a:cubicBezTo>
                  <a:cubicBezTo>
                    <a:pt x="0" y="1116"/>
                    <a:pt x="325" y="1439"/>
                    <a:pt x="725" y="14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6417780" y="215176"/>
              <a:ext cx="12123" cy="12052"/>
            </a:xfrm>
            <a:custGeom>
              <a:rect b="b" l="l" r="r" t="t"/>
              <a:pathLst>
                <a:path extrusionOk="0" h="1439" w="1448">
                  <a:moveTo>
                    <a:pt x="724" y="1439"/>
                  </a:moveTo>
                  <a:cubicBezTo>
                    <a:pt x="1125" y="1439"/>
                    <a:pt x="1449" y="1116"/>
                    <a:pt x="1449" y="719"/>
                  </a:cubicBezTo>
                  <a:cubicBezTo>
                    <a:pt x="1449" y="322"/>
                    <a:pt x="1125" y="0"/>
                    <a:pt x="724" y="0"/>
                  </a:cubicBezTo>
                  <a:cubicBezTo>
                    <a:pt x="324" y="0"/>
                    <a:pt x="0" y="322"/>
                    <a:pt x="0" y="719"/>
                  </a:cubicBezTo>
                  <a:cubicBezTo>
                    <a:pt x="0" y="1116"/>
                    <a:pt x="324" y="1439"/>
                    <a:pt x="724" y="14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565840" y="108347"/>
              <a:ext cx="12089" cy="12089"/>
            </a:xfrm>
            <a:custGeom>
              <a:rect b="b" l="l" r="r" t="t"/>
              <a:pathLst>
                <a:path extrusionOk="0" h="1443" w="1443">
                  <a:moveTo>
                    <a:pt x="1444" y="722"/>
                  </a:moveTo>
                  <a:cubicBezTo>
                    <a:pt x="1444" y="1121"/>
                    <a:pt x="1121" y="1444"/>
                    <a:pt x="722" y="1444"/>
                  </a:cubicBezTo>
                  <a:cubicBezTo>
                    <a:pt x="323" y="1444"/>
                    <a:pt x="0" y="1121"/>
                    <a:pt x="0" y="722"/>
                  </a:cubicBezTo>
                  <a:cubicBezTo>
                    <a:pt x="0" y="323"/>
                    <a:pt x="323" y="0"/>
                    <a:pt x="722" y="0"/>
                  </a:cubicBezTo>
                  <a:cubicBezTo>
                    <a:pt x="1121" y="0"/>
                    <a:pt x="1444" y="323"/>
                    <a:pt x="1444" y="72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6732992" y="34463"/>
              <a:ext cx="12123" cy="12052"/>
            </a:xfrm>
            <a:custGeom>
              <a:rect b="b" l="l" r="r" t="t"/>
              <a:pathLst>
                <a:path extrusionOk="0" h="1439" w="1448">
                  <a:moveTo>
                    <a:pt x="724" y="1439"/>
                  </a:moveTo>
                  <a:cubicBezTo>
                    <a:pt x="1124" y="1439"/>
                    <a:pt x="1449" y="1117"/>
                    <a:pt x="1449" y="719"/>
                  </a:cubicBezTo>
                  <a:cubicBezTo>
                    <a:pt x="1449" y="322"/>
                    <a:pt x="1124" y="0"/>
                    <a:pt x="724" y="0"/>
                  </a:cubicBezTo>
                  <a:cubicBezTo>
                    <a:pt x="324" y="0"/>
                    <a:pt x="0" y="322"/>
                    <a:pt x="0" y="719"/>
                  </a:cubicBezTo>
                  <a:cubicBezTo>
                    <a:pt x="0" y="1117"/>
                    <a:pt x="324" y="1439"/>
                    <a:pt x="724" y="14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6777048" y="1850480"/>
              <a:ext cx="10516" cy="10432"/>
            </a:xfrm>
            <a:custGeom>
              <a:rect b="b" l="l" r="r" t="t"/>
              <a:pathLst>
                <a:path extrusionOk="0" h="1246" w="1256">
                  <a:moveTo>
                    <a:pt x="629" y="1247"/>
                  </a:moveTo>
                  <a:cubicBezTo>
                    <a:pt x="975" y="1247"/>
                    <a:pt x="1256" y="968"/>
                    <a:pt x="1256" y="623"/>
                  </a:cubicBezTo>
                  <a:cubicBezTo>
                    <a:pt x="1256" y="279"/>
                    <a:pt x="975" y="0"/>
                    <a:pt x="629" y="0"/>
                  </a:cubicBezTo>
                  <a:cubicBezTo>
                    <a:pt x="282" y="0"/>
                    <a:pt x="0" y="279"/>
                    <a:pt x="0" y="623"/>
                  </a:cubicBezTo>
                  <a:cubicBezTo>
                    <a:pt x="0" y="968"/>
                    <a:pt x="282" y="1247"/>
                    <a:pt x="629" y="12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6602544" y="1793879"/>
              <a:ext cx="11284" cy="11284"/>
            </a:xfrm>
            <a:custGeom>
              <a:rect b="b" l="l" r="r" t="t"/>
              <a:pathLst>
                <a:path extrusionOk="0" h="1347" w="1347">
                  <a:moveTo>
                    <a:pt x="1348" y="674"/>
                  </a:moveTo>
                  <a:cubicBezTo>
                    <a:pt x="1348" y="1046"/>
                    <a:pt x="1046" y="1348"/>
                    <a:pt x="674" y="1348"/>
                  </a:cubicBezTo>
                  <a:cubicBezTo>
                    <a:pt x="302" y="1348"/>
                    <a:pt x="0" y="1046"/>
                    <a:pt x="0" y="674"/>
                  </a:cubicBezTo>
                  <a:cubicBezTo>
                    <a:pt x="0" y="302"/>
                    <a:pt x="302" y="0"/>
                    <a:pt x="674" y="0"/>
                  </a:cubicBezTo>
                  <a:cubicBezTo>
                    <a:pt x="1046" y="0"/>
                    <a:pt x="1348" y="302"/>
                    <a:pt x="1348" y="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6440896" y="1707349"/>
              <a:ext cx="12135" cy="12052"/>
            </a:xfrm>
            <a:custGeom>
              <a:rect b="b" l="l" r="r" t="t"/>
              <a:pathLst>
                <a:path extrusionOk="0" h="1439" w="1449">
                  <a:moveTo>
                    <a:pt x="725" y="1439"/>
                  </a:moveTo>
                  <a:cubicBezTo>
                    <a:pt x="1125" y="1439"/>
                    <a:pt x="1450" y="1116"/>
                    <a:pt x="1450" y="719"/>
                  </a:cubicBezTo>
                  <a:cubicBezTo>
                    <a:pt x="1450" y="322"/>
                    <a:pt x="1125" y="0"/>
                    <a:pt x="725" y="0"/>
                  </a:cubicBezTo>
                  <a:cubicBezTo>
                    <a:pt x="325" y="0"/>
                    <a:pt x="0" y="322"/>
                    <a:pt x="0" y="719"/>
                  </a:cubicBezTo>
                  <a:cubicBezTo>
                    <a:pt x="0" y="1116"/>
                    <a:pt x="325" y="1439"/>
                    <a:pt x="725" y="14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6297363" y="1593598"/>
              <a:ext cx="12939" cy="12856"/>
            </a:xfrm>
            <a:custGeom>
              <a:rect b="b" l="l" r="r" t="t"/>
              <a:pathLst>
                <a:path extrusionOk="0" h="1535" w="1545">
                  <a:moveTo>
                    <a:pt x="772" y="1535"/>
                  </a:moveTo>
                  <a:cubicBezTo>
                    <a:pt x="1200" y="1535"/>
                    <a:pt x="1546" y="1192"/>
                    <a:pt x="1546" y="768"/>
                  </a:cubicBezTo>
                  <a:cubicBezTo>
                    <a:pt x="1546" y="344"/>
                    <a:pt x="1200" y="0"/>
                    <a:pt x="772" y="0"/>
                  </a:cubicBezTo>
                  <a:cubicBezTo>
                    <a:pt x="346" y="0"/>
                    <a:pt x="0" y="344"/>
                    <a:pt x="0" y="768"/>
                  </a:cubicBezTo>
                  <a:cubicBezTo>
                    <a:pt x="0" y="1192"/>
                    <a:pt x="346" y="1535"/>
                    <a:pt x="772" y="153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" name="Google Shape;81;p12"/>
            <p:cNvSpPr/>
            <p:nvPr/>
          </p:nvSpPr>
          <p:spPr>
            <a:xfrm>
              <a:off x="6176534" y="1456273"/>
              <a:ext cx="13697" cy="13697"/>
            </a:xfrm>
            <a:custGeom>
              <a:rect b="b" l="l" r="r" t="t"/>
              <a:pathLst>
                <a:path extrusionOk="0" h="1636" w="1636">
                  <a:moveTo>
                    <a:pt x="1636" y="818"/>
                  </a:moveTo>
                  <a:cubicBezTo>
                    <a:pt x="1636" y="1270"/>
                    <a:pt x="1270" y="1636"/>
                    <a:pt x="818" y="1636"/>
                  </a:cubicBezTo>
                  <a:cubicBezTo>
                    <a:pt x="366" y="1636"/>
                    <a:pt x="0" y="1270"/>
                    <a:pt x="0" y="818"/>
                  </a:cubicBezTo>
                  <a:cubicBezTo>
                    <a:pt x="0" y="366"/>
                    <a:pt x="366" y="0"/>
                    <a:pt x="818" y="0"/>
                  </a:cubicBezTo>
                  <a:cubicBezTo>
                    <a:pt x="1270" y="0"/>
                    <a:pt x="1636" y="366"/>
                    <a:pt x="1636" y="8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>
              <a:off x="6081811" y="1299444"/>
              <a:ext cx="15373" cy="15259"/>
            </a:xfrm>
            <a:custGeom>
              <a:rect b="b" l="l" r="r" t="t"/>
              <a:pathLst>
                <a:path extrusionOk="0" h="1822" w="1835">
                  <a:moveTo>
                    <a:pt x="917" y="1822"/>
                  </a:moveTo>
                  <a:cubicBezTo>
                    <a:pt x="1424" y="1822"/>
                    <a:pt x="1835" y="1414"/>
                    <a:pt x="1835" y="911"/>
                  </a:cubicBezTo>
                  <a:cubicBezTo>
                    <a:pt x="1835" y="408"/>
                    <a:pt x="1424" y="0"/>
                    <a:pt x="917" y="0"/>
                  </a:cubicBezTo>
                  <a:cubicBezTo>
                    <a:pt x="411" y="0"/>
                    <a:pt x="0" y="408"/>
                    <a:pt x="0" y="911"/>
                  </a:cubicBezTo>
                  <a:cubicBezTo>
                    <a:pt x="0" y="1414"/>
                    <a:pt x="411" y="1822"/>
                    <a:pt x="917" y="182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6017072" y="1128835"/>
              <a:ext cx="16185" cy="16068"/>
            </a:xfrm>
            <a:custGeom>
              <a:rect b="b" l="l" r="r" t="t"/>
              <a:pathLst>
                <a:path extrusionOk="0" h="1918" w="1932">
                  <a:moveTo>
                    <a:pt x="966" y="1918"/>
                  </a:moveTo>
                  <a:cubicBezTo>
                    <a:pt x="1499" y="1918"/>
                    <a:pt x="1933" y="1489"/>
                    <a:pt x="1933" y="959"/>
                  </a:cubicBezTo>
                  <a:cubicBezTo>
                    <a:pt x="1933" y="430"/>
                    <a:pt x="1499" y="0"/>
                    <a:pt x="966" y="0"/>
                  </a:cubicBezTo>
                  <a:cubicBezTo>
                    <a:pt x="432" y="0"/>
                    <a:pt x="0" y="430"/>
                    <a:pt x="0" y="959"/>
                  </a:cubicBezTo>
                  <a:cubicBezTo>
                    <a:pt x="0" y="1489"/>
                    <a:pt x="432" y="1918"/>
                    <a:pt x="966" y="19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>
              <a:off x="5983979" y="949558"/>
              <a:ext cx="16981" cy="16872"/>
            </a:xfrm>
            <a:custGeom>
              <a:rect b="b" l="l" r="r" t="t"/>
              <a:pathLst>
                <a:path extrusionOk="0" h="2014" w="2027">
                  <a:moveTo>
                    <a:pt x="1014" y="2015"/>
                  </a:moveTo>
                  <a:cubicBezTo>
                    <a:pt x="1575" y="2015"/>
                    <a:pt x="2028" y="1564"/>
                    <a:pt x="2028" y="1008"/>
                  </a:cubicBezTo>
                  <a:cubicBezTo>
                    <a:pt x="2028" y="451"/>
                    <a:pt x="1575" y="0"/>
                    <a:pt x="1014" y="0"/>
                  </a:cubicBezTo>
                  <a:cubicBezTo>
                    <a:pt x="453" y="0"/>
                    <a:pt x="0" y="451"/>
                    <a:pt x="0" y="1008"/>
                  </a:cubicBezTo>
                  <a:cubicBezTo>
                    <a:pt x="0" y="1564"/>
                    <a:pt x="453" y="2015"/>
                    <a:pt x="1014" y="201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>
              <a:off x="5983166" y="766971"/>
              <a:ext cx="18609" cy="18472"/>
            </a:xfrm>
            <a:custGeom>
              <a:rect b="b" l="l" r="r" t="t"/>
              <a:pathLst>
                <a:path extrusionOk="0" h="2205" w="2222">
                  <a:moveTo>
                    <a:pt x="1112" y="2206"/>
                  </a:moveTo>
                  <a:cubicBezTo>
                    <a:pt x="1725" y="2206"/>
                    <a:pt x="2222" y="1713"/>
                    <a:pt x="2222" y="1103"/>
                  </a:cubicBezTo>
                  <a:cubicBezTo>
                    <a:pt x="2222" y="494"/>
                    <a:pt x="1725" y="0"/>
                    <a:pt x="1112" y="0"/>
                  </a:cubicBezTo>
                  <a:cubicBezTo>
                    <a:pt x="497" y="0"/>
                    <a:pt x="0" y="494"/>
                    <a:pt x="0" y="1103"/>
                  </a:cubicBezTo>
                  <a:cubicBezTo>
                    <a:pt x="0" y="1713"/>
                    <a:pt x="497" y="2206"/>
                    <a:pt x="1112" y="220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>
              <a:off x="6015453" y="587694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2"/>
                  </a:cubicBezTo>
                  <a:cubicBezTo>
                    <a:pt x="2318" y="515"/>
                    <a:pt x="1799" y="0"/>
                    <a:pt x="1159" y="0"/>
                  </a:cubicBezTo>
                  <a:cubicBezTo>
                    <a:pt x="519" y="0"/>
                    <a:pt x="0" y="515"/>
                    <a:pt x="0" y="1152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" name="Google Shape;87;p12"/>
            <p:cNvSpPr/>
            <p:nvPr/>
          </p:nvSpPr>
          <p:spPr>
            <a:xfrm>
              <a:off x="6079781" y="417496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1"/>
                  </a:cubicBezTo>
                  <a:cubicBezTo>
                    <a:pt x="2318" y="515"/>
                    <a:pt x="1799" y="0"/>
                    <a:pt x="1159" y="0"/>
                  </a:cubicBezTo>
                  <a:cubicBezTo>
                    <a:pt x="519" y="0"/>
                    <a:pt x="0" y="515"/>
                    <a:pt x="0" y="1151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" name="Google Shape;88;p12"/>
            <p:cNvSpPr/>
            <p:nvPr/>
          </p:nvSpPr>
          <p:spPr>
            <a:xfrm>
              <a:off x="6173681" y="261436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2"/>
                  </a:cubicBezTo>
                  <a:cubicBezTo>
                    <a:pt x="2318" y="515"/>
                    <a:pt x="1799" y="0"/>
                    <a:pt x="1159" y="0"/>
                  </a:cubicBezTo>
                  <a:cubicBezTo>
                    <a:pt x="519" y="0"/>
                    <a:pt x="0" y="515"/>
                    <a:pt x="0" y="1152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" name="Google Shape;89;p12"/>
            <p:cNvSpPr/>
            <p:nvPr/>
          </p:nvSpPr>
          <p:spPr>
            <a:xfrm>
              <a:off x="6294126" y="124541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800" y="2302"/>
                    <a:pt x="2318" y="1787"/>
                    <a:pt x="2318" y="1151"/>
                  </a:cubicBezTo>
                  <a:cubicBezTo>
                    <a:pt x="2318" y="515"/>
                    <a:pt x="1800" y="0"/>
                    <a:pt x="1159" y="0"/>
                  </a:cubicBezTo>
                  <a:cubicBezTo>
                    <a:pt x="519" y="0"/>
                    <a:pt x="0" y="515"/>
                    <a:pt x="0" y="1151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6819686" y="2004483"/>
              <a:ext cx="14556" cy="14455"/>
            </a:xfrm>
            <a:custGeom>
              <a:rect b="b" l="l" r="r" t="t"/>
              <a:pathLst>
                <a:path extrusionOk="0" h="1726" w="1738">
                  <a:moveTo>
                    <a:pt x="870" y="1727"/>
                  </a:moveTo>
                  <a:cubicBezTo>
                    <a:pt x="1350" y="1727"/>
                    <a:pt x="1738" y="1340"/>
                    <a:pt x="1738" y="864"/>
                  </a:cubicBezTo>
                  <a:cubicBezTo>
                    <a:pt x="1738" y="387"/>
                    <a:pt x="1350" y="0"/>
                    <a:pt x="870" y="0"/>
                  </a:cubicBezTo>
                  <a:cubicBezTo>
                    <a:pt x="390" y="0"/>
                    <a:pt x="0" y="387"/>
                    <a:pt x="0" y="864"/>
                  </a:cubicBezTo>
                  <a:cubicBezTo>
                    <a:pt x="0" y="1340"/>
                    <a:pt x="390" y="1727"/>
                    <a:pt x="870" y="172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6640830" y="1961205"/>
              <a:ext cx="16122" cy="16122"/>
            </a:xfrm>
            <a:custGeom>
              <a:rect b="b" l="l" r="r" t="t"/>
              <a:pathLst>
                <a:path extrusionOk="0" h="1925" w="1925">
                  <a:moveTo>
                    <a:pt x="1925" y="963"/>
                  </a:moveTo>
                  <a:cubicBezTo>
                    <a:pt x="1925" y="1494"/>
                    <a:pt x="1494" y="1925"/>
                    <a:pt x="963" y="1925"/>
                  </a:cubicBezTo>
                  <a:cubicBezTo>
                    <a:pt x="431" y="1925"/>
                    <a:pt x="0" y="1494"/>
                    <a:pt x="0" y="963"/>
                  </a:cubicBezTo>
                  <a:cubicBezTo>
                    <a:pt x="0" y="431"/>
                    <a:pt x="431" y="0"/>
                    <a:pt x="963" y="0"/>
                  </a:cubicBezTo>
                  <a:cubicBezTo>
                    <a:pt x="1494" y="0"/>
                    <a:pt x="1925" y="431"/>
                    <a:pt x="1925" y="9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2" name="Google Shape;92;p12"/>
            <p:cNvSpPr/>
            <p:nvPr/>
          </p:nvSpPr>
          <p:spPr>
            <a:xfrm>
              <a:off x="6470797" y="1890832"/>
              <a:ext cx="17792" cy="17668"/>
            </a:xfrm>
            <a:custGeom>
              <a:rect b="b" l="l" r="r" t="t"/>
              <a:pathLst>
                <a:path extrusionOk="0" h="2109" w="2125">
                  <a:moveTo>
                    <a:pt x="1063" y="2110"/>
                  </a:moveTo>
                  <a:cubicBezTo>
                    <a:pt x="1650" y="2110"/>
                    <a:pt x="2126" y="1637"/>
                    <a:pt x="2126" y="1054"/>
                  </a:cubicBezTo>
                  <a:cubicBezTo>
                    <a:pt x="2126" y="472"/>
                    <a:pt x="1650" y="0"/>
                    <a:pt x="1063" y="0"/>
                  </a:cubicBezTo>
                  <a:cubicBezTo>
                    <a:pt x="476" y="0"/>
                    <a:pt x="0" y="472"/>
                    <a:pt x="0" y="1054"/>
                  </a:cubicBezTo>
                  <a:cubicBezTo>
                    <a:pt x="0" y="1637"/>
                    <a:pt x="476" y="2110"/>
                    <a:pt x="1063" y="21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3" name="Google Shape;93;p12"/>
            <p:cNvSpPr/>
            <p:nvPr/>
          </p:nvSpPr>
          <p:spPr>
            <a:xfrm>
              <a:off x="6313849" y="1795012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2"/>
                  </a:cubicBezTo>
                  <a:cubicBezTo>
                    <a:pt x="2318" y="515"/>
                    <a:pt x="1799" y="0"/>
                    <a:pt x="1159" y="0"/>
                  </a:cubicBezTo>
                  <a:cubicBezTo>
                    <a:pt x="519" y="0"/>
                    <a:pt x="0" y="515"/>
                    <a:pt x="0" y="1152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6174184" y="1676506"/>
              <a:ext cx="20217" cy="20077"/>
            </a:xfrm>
            <a:custGeom>
              <a:rect b="b" l="l" r="r" t="t"/>
              <a:pathLst>
                <a:path extrusionOk="0" h="2398" w="2414">
                  <a:moveTo>
                    <a:pt x="1208" y="2398"/>
                  </a:moveTo>
                  <a:cubicBezTo>
                    <a:pt x="1875" y="2398"/>
                    <a:pt x="2415" y="1861"/>
                    <a:pt x="2415" y="1199"/>
                  </a:cubicBezTo>
                  <a:cubicBezTo>
                    <a:pt x="2415" y="537"/>
                    <a:pt x="1875" y="0"/>
                    <a:pt x="1208" y="0"/>
                  </a:cubicBezTo>
                  <a:cubicBezTo>
                    <a:pt x="540" y="0"/>
                    <a:pt x="0" y="537"/>
                    <a:pt x="0" y="1199"/>
                  </a:cubicBezTo>
                  <a:cubicBezTo>
                    <a:pt x="0" y="1861"/>
                    <a:pt x="540" y="2398"/>
                    <a:pt x="1208" y="23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5" name="Google Shape;95;p12"/>
            <p:cNvSpPr/>
            <p:nvPr/>
          </p:nvSpPr>
          <p:spPr>
            <a:xfrm>
              <a:off x="6054434" y="1537426"/>
              <a:ext cx="21842" cy="21691"/>
            </a:xfrm>
            <a:custGeom>
              <a:rect b="b" l="l" r="r" t="t"/>
              <a:pathLst>
                <a:path extrusionOk="0" h="2590" w="2608">
                  <a:moveTo>
                    <a:pt x="1304" y="2591"/>
                  </a:moveTo>
                  <a:cubicBezTo>
                    <a:pt x="2025" y="2591"/>
                    <a:pt x="2609" y="2011"/>
                    <a:pt x="2609" y="1295"/>
                  </a:cubicBezTo>
                  <a:cubicBezTo>
                    <a:pt x="2609" y="580"/>
                    <a:pt x="2025" y="0"/>
                    <a:pt x="1304" y="0"/>
                  </a:cubicBezTo>
                  <a:cubicBezTo>
                    <a:pt x="584" y="0"/>
                    <a:pt x="0" y="580"/>
                    <a:pt x="0" y="1295"/>
                  </a:cubicBezTo>
                  <a:cubicBezTo>
                    <a:pt x="0" y="2011"/>
                    <a:pt x="584" y="2591"/>
                    <a:pt x="1304" y="25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6" name="Google Shape;96;p12"/>
            <p:cNvSpPr/>
            <p:nvPr/>
          </p:nvSpPr>
          <p:spPr>
            <a:xfrm>
              <a:off x="5958358" y="1381969"/>
              <a:ext cx="22646" cy="22495"/>
            </a:xfrm>
            <a:custGeom>
              <a:rect b="b" l="l" r="r" t="t"/>
              <a:pathLst>
                <a:path extrusionOk="0" h="2686" w="2704">
                  <a:moveTo>
                    <a:pt x="1352" y="2686"/>
                  </a:moveTo>
                  <a:cubicBezTo>
                    <a:pt x="2099" y="2686"/>
                    <a:pt x="2704" y="2085"/>
                    <a:pt x="2704" y="1343"/>
                  </a:cubicBezTo>
                  <a:cubicBezTo>
                    <a:pt x="2704" y="602"/>
                    <a:pt x="2099" y="0"/>
                    <a:pt x="1352" y="0"/>
                  </a:cubicBezTo>
                  <a:cubicBezTo>
                    <a:pt x="605" y="0"/>
                    <a:pt x="0" y="602"/>
                    <a:pt x="0" y="1343"/>
                  </a:cubicBezTo>
                  <a:cubicBezTo>
                    <a:pt x="0" y="2085"/>
                    <a:pt x="605" y="2686"/>
                    <a:pt x="1352" y="26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7" name="Google Shape;97;p12"/>
            <p:cNvSpPr/>
            <p:nvPr/>
          </p:nvSpPr>
          <p:spPr>
            <a:xfrm>
              <a:off x="5887867" y="1213573"/>
              <a:ext cx="23465" cy="23291"/>
            </a:xfrm>
            <a:custGeom>
              <a:rect b="b" l="l" r="r" t="t"/>
              <a:pathLst>
                <a:path extrusionOk="0" h="2781" w="2801">
                  <a:moveTo>
                    <a:pt x="1400" y="2781"/>
                  </a:moveTo>
                  <a:cubicBezTo>
                    <a:pt x="2174" y="2781"/>
                    <a:pt x="2801" y="2158"/>
                    <a:pt x="2801" y="1391"/>
                  </a:cubicBezTo>
                  <a:cubicBezTo>
                    <a:pt x="2801" y="622"/>
                    <a:pt x="2174" y="0"/>
                    <a:pt x="1400" y="0"/>
                  </a:cubicBezTo>
                  <a:cubicBezTo>
                    <a:pt x="627" y="0"/>
                    <a:pt x="0" y="622"/>
                    <a:pt x="0" y="1391"/>
                  </a:cubicBezTo>
                  <a:cubicBezTo>
                    <a:pt x="0" y="2158"/>
                    <a:pt x="627" y="2781"/>
                    <a:pt x="1400" y="27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8" name="Google Shape;98;p12"/>
            <p:cNvSpPr/>
            <p:nvPr/>
          </p:nvSpPr>
          <p:spPr>
            <a:xfrm>
              <a:off x="5844753" y="1036298"/>
              <a:ext cx="24179" cy="24179"/>
            </a:xfrm>
            <a:custGeom>
              <a:rect b="b" l="l" r="r" t="t"/>
              <a:pathLst>
                <a:path extrusionOk="0" h="2887" w="2887">
                  <a:moveTo>
                    <a:pt x="2888" y="1444"/>
                  </a:moveTo>
                  <a:cubicBezTo>
                    <a:pt x="2888" y="2241"/>
                    <a:pt x="2241" y="2888"/>
                    <a:pt x="1444" y="2888"/>
                  </a:cubicBezTo>
                  <a:cubicBezTo>
                    <a:pt x="647" y="2888"/>
                    <a:pt x="0" y="2241"/>
                    <a:pt x="0" y="1444"/>
                  </a:cubicBezTo>
                  <a:cubicBezTo>
                    <a:pt x="0" y="647"/>
                    <a:pt x="647" y="0"/>
                    <a:pt x="1444" y="0"/>
                  </a:cubicBezTo>
                  <a:cubicBezTo>
                    <a:pt x="2241" y="0"/>
                    <a:pt x="2888" y="647"/>
                    <a:pt x="2888" y="14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9" name="Google Shape;99;p12"/>
            <p:cNvSpPr/>
            <p:nvPr/>
          </p:nvSpPr>
          <p:spPr>
            <a:xfrm>
              <a:off x="5829528" y="854241"/>
              <a:ext cx="25887" cy="25703"/>
            </a:xfrm>
            <a:custGeom>
              <a:rect b="b" l="l" r="r" t="t"/>
              <a:pathLst>
                <a:path extrusionOk="0" h="3069" w="3091">
                  <a:moveTo>
                    <a:pt x="1546" y="3070"/>
                  </a:moveTo>
                  <a:cubicBezTo>
                    <a:pt x="2399" y="3070"/>
                    <a:pt x="3092" y="2382"/>
                    <a:pt x="3092" y="1535"/>
                  </a:cubicBezTo>
                  <a:cubicBezTo>
                    <a:pt x="3092" y="688"/>
                    <a:pt x="2399" y="0"/>
                    <a:pt x="1546" y="0"/>
                  </a:cubicBezTo>
                  <a:cubicBezTo>
                    <a:pt x="692" y="0"/>
                    <a:pt x="0" y="688"/>
                    <a:pt x="0" y="1535"/>
                  </a:cubicBezTo>
                  <a:cubicBezTo>
                    <a:pt x="0" y="2382"/>
                    <a:pt x="692" y="3070"/>
                    <a:pt x="1546" y="30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0" name="Google Shape;100;p12"/>
            <p:cNvSpPr/>
            <p:nvPr/>
          </p:nvSpPr>
          <p:spPr>
            <a:xfrm>
              <a:off x="5843500" y="672559"/>
              <a:ext cx="26691" cy="26515"/>
            </a:xfrm>
            <a:custGeom>
              <a:rect b="b" l="l" r="r" t="t"/>
              <a:pathLst>
                <a:path extrusionOk="0" h="3166" w="3187">
                  <a:moveTo>
                    <a:pt x="1594" y="3166"/>
                  </a:moveTo>
                  <a:cubicBezTo>
                    <a:pt x="2474" y="3166"/>
                    <a:pt x="3188" y="2457"/>
                    <a:pt x="3188" y="1583"/>
                  </a:cubicBezTo>
                  <a:cubicBezTo>
                    <a:pt x="3188" y="709"/>
                    <a:pt x="2474" y="0"/>
                    <a:pt x="1594" y="0"/>
                  </a:cubicBezTo>
                  <a:cubicBezTo>
                    <a:pt x="713" y="0"/>
                    <a:pt x="0" y="709"/>
                    <a:pt x="0" y="1583"/>
                  </a:cubicBezTo>
                  <a:cubicBezTo>
                    <a:pt x="0" y="2457"/>
                    <a:pt x="713" y="3166"/>
                    <a:pt x="1594" y="31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1" name="Google Shape;101;p12"/>
            <p:cNvSpPr/>
            <p:nvPr/>
          </p:nvSpPr>
          <p:spPr>
            <a:xfrm>
              <a:off x="5885892" y="495284"/>
              <a:ext cx="27403" cy="27403"/>
            </a:xfrm>
            <a:custGeom>
              <a:rect b="b" l="l" r="r" t="t"/>
              <a:pathLst>
                <a:path extrusionOk="0" h="3272" w="3272">
                  <a:moveTo>
                    <a:pt x="3273" y="1636"/>
                  </a:moveTo>
                  <a:cubicBezTo>
                    <a:pt x="3273" y="2540"/>
                    <a:pt x="2540" y="3273"/>
                    <a:pt x="1636" y="3273"/>
                  </a:cubicBezTo>
                  <a:cubicBezTo>
                    <a:pt x="733" y="3273"/>
                    <a:pt x="0" y="2540"/>
                    <a:pt x="0" y="1636"/>
                  </a:cubicBezTo>
                  <a:cubicBezTo>
                    <a:pt x="0" y="733"/>
                    <a:pt x="733" y="0"/>
                    <a:pt x="1636" y="0"/>
                  </a:cubicBezTo>
                  <a:cubicBezTo>
                    <a:pt x="2540" y="0"/>
                    <a:pt x="3273" y="733"/>
                    <a:pt x="3273" y="163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2" name="Google Shape;102;p12"/>
            <p:cNvSpPr/>
            <p:nvPr/>
          </p:nvSpPr>
          <p:spPr>
            <a:xfrm>
              <a:off x="5955514" y="326925"/>
              <a:ext cx="28307" cy="28115"/>
            </a:xfrm>
            <a:custGeom>
              <a:rect b="b" l="l" r="r" t="t"/>
              <a:pathLst>
                <a:path extrusionOk="0" h="3357" w="3380">
                  <a:moveTo>
                    <a:pt x="1690" y="3358"/>
                  </a:moveTo>
                  <a:cubicBezTo>
                    <a:pt x="2624" y="3358"/>
                    <a:pt x="3380" y="2606"/>
                    <a:pt x="3380" y="1679"/>
                  </a:cubicBezTo>
                  <a:cubicBezTo>
                    <a:pt x="3380" y="752"/>
                    <a:pt x="2624" y="0"/>
                    <a:pt x="1690" y="0"/>
                  </a:cubicBezTo>
                  <a:cubicBezTo>
                    <a:pt x="756" y="0"/>
                    <a:pt x="0" y="752"/>
                    <a:pt x="0" y="1679"/>
                  </a:cubicBezTo>
                  <a:cubicBezTo>
                    <a:pt x="0" y="2606"/>
                    <a:pt x="756" y="3358"/>
                    <a:pt x="1690" y="33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3" name="Google Shape;103;p12"/>
            <p:cNvSpPr/>
            <p:nvPr/>
          </p:nvSpPr>
          <p:spPr>
            <a:xfrm>
              <a:off x="6051215" y="171879"/>
              <a:ext cx="28307" cy="28107"/>
            </a:xfrm>
            <a:custGeom>
              <a:rect b="b" l="l" r="r" t="t"/>
              <a:pathLst>
                <a:path extrusionOk="0" h="3356" w="3380">
                  <a:moveTo>
                    <a:pt x="1690" y="3357"/>
                  </a:moveTo>
                  <a:cubicBezTo>
                    <a:pt x="2624" y="3357"/>
                    <a:pt x="3380" y="2605"/>
                    <a:pt x="3380" y="1678"/>
                  </a:cubicBezTo>
                  <a:cubicBezTo>
                    <a:pt x="3380" y="752"/>
                    <a:pt x="2624" y="0"/>
                    <a:pt x="1690" y="0"/>
                  </a:cubicBezTo>
                  <a:cubicBezTo>
                    <a:pt x="756" y="0"/>
                    <a:pt x="0" y="752"/>
                    <a:pt x="0" y="1678"/>
                  </a:cubicBezTo>
                  <a:cubicBezTo>
                    <a:pt x="0" y="2605"/>
                    <a:pt x="756" y="3357"/>
                    <a:pt x="1690" y="335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6170544" y="34006"/>
              <a:ext cx="27512" cy="27311"/>
            </a:xfrm>
            <a:custGeom>
              <a:rect b="b" l="l" r="r" t="t"/>
              <a:pathLst>
                <a:path extrusionOk="0" h="3261" w="3285">
                  <a:moveTo>
                    <a:pt x="1643" y="3261"/>
                  </a:moveTo>
                  <a:cubicBezTo>
                    <a:pt x="2550" y="3261"/>
                    <a:pt x="3285" y="2532"/>
                    <a:pt x="3285" y="1631"/>
                  </a:cubicBezTo>
                  <a:cubicBezTo>
                    <a:pt x="3285" y="731"/>
                    <a:pt x="2550" y="0"/>
                    <a:pt x="1643" y="0"/>
                  </a:cubicBezTo>
                  <a:cubicBezTo>
                    <a:pt x="735" y="0"/>
                    <a:pt x="0" y="731"/>
                    <a:pt x="0" y="1631"/>
                  </a:cubicBezTo>
                  <a:cubicBezTo>
                    <a:pt x="0" y="2532"/>
                    <a:pt x="735" y="3261"/>
                    <a:pt x="1643" y="326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6862215" y="2153622"/>
              <a:ext cx="20150" cy="20150"/>
            </a:xfrm>
            <a:custGeom>
              <a:rect b="b" l="l" r="r" t="t"/>
              <a:pathLst>
                <a:path extrusionOk="0" h="2406" w="2406">
                  <a:moveTo>
                    <a:pt x="2407" y="1203"/>
                  </a:moveTo>
                  <a:cubicBezTo>
                    <a:pt x="2407" y="1868"/>
                    <a:pt x="1868" y="2407"/>
                    <a:pt x="1203" y="2407"/>
                  </a:cubicBezTo>
                  <a:cubicBezTo>
                    <a:pt x="539" y="2407"/>
                    <a:pt x="0" y="1868"/>
                    <a:pt x="0" y="1203"/>
                  </a:cubicBezTo>
                  <a:cubicBezTo>
                    <a:pt x="0" y="539"/>
                    <a:pt x="539" y="0"/>
                    <a:pt x="1203" y="0"/>
                  </a:cubicBezTo>
                  <a:cubicBezTo>
                    <a:pt x="1868" y="0"/>
                    <a:pt x="2407" y="539"/>
                    <a:pt x="2407" y="120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6680990" y="2121261"/>
              <a:ext cx="21834" cy="21683"/>
            </a:xfrm>
            <a:custGeom>
              <a:rect b="b" l="l" r="r" t="t"/>
              <a:pathLst>
                <a:path extrusionOk="0" h="2589" w="2607">
                  <a:moveTo>
                    <a:pt x="1304" y="2590"/>
                  </a:moveTo>
                  <a:cubicBezTo>
                    <a:pt x="2024" y="2590"/>
                    <a:pt x="2608" y="2010"/>
                    <a:pt x="2608" y="1294"/>
                  </a:cubicBezTo>
                  <a:cubicBezTo>
                    <a:pt x="2608" y="580"/>
                    <a:pt x="2024" y="0"/>
                    <a:pt x="1304" y="0"/>
                  </a:cubicBezTo>
                  <a:cubicBezTo>
                    <a:pt x="584" y="0"/>
                    <a:pt x="0" y="580"/>
                    <a:pt x="0" y="1294"/>
                  </a:cubicBezTo>
                  <a:cubicBezTo>
                    <a:pt x="0" y="2010"/>
                    <a:pt x="584" y="2590"/>
                    <a:pt x="1304" y="25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7" name="Google Shape;107;p12"/>
            <p:cNvSpPr/>
            <p:nvPr/>
          </p:nvSpPr>
          <p:spPr>
            <a:xfrm>
              <a:off x="6505562" y="2063855"/>
              <a:ext cx="24262" cy="24095"/>
            </a:xfrm>
            <a:custGeom>
              <a:rect b="b" l="l" r="r" t="t"/>
              <a:pathLst>
                <a:path extrusionOk="0" h="2877" w="2897">
                  <a:moveTo>
                    <a:pt x="1449" y="2878"/>
                  </a:moveTo>
                  <a:cubicBezTo>
                    <a:pt x="2249" y="2878"/>
                    <a:pt x="2897" y="2234"/>
                    <a:pt x="2897" y="1439"/>
                  </a:cubicBezTo>
                  <a:cubicBezTo>
                    <a:pt x="2897" y="644"/>
                    <a:pt x="2249" y="0"/>
                    <a:pt x="1449" y="0"/>
                  </a:cubicBezTo>
                  <a:cubicBezTo>
                    <a:pt x="649" y="0"/>
                    <a:pt x="0" y="644"/>
                    <a:pt x="0" y="1439"/>
                  </a:cubicBezTo>
                  <a:cubicBezTo>
                    <a:pt x="0" y="2234"/>
                    <a:pt x="649" y="2878"/>
                    <a:pt x="1449" y="287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8" name="Google Shape;108;p12"/>
            <p:cNvSpPr/>
            <p:nvPr/>
          </p:nvSpPr>
          <p:spPr>
            <a:xfrm>
              <a:off x="6340120" y="1983324"/>
              <a:ext cx="25879" cy="25703"/>
            </a:xfrm>
            <a:custGeom>
              <a:rect b="b" l="l" r="r" t="t"/>
              <a:pathLst>
                <a:path extrusionOk="0" h="3069" w="3090">
                  <a:moveTo>
                    <a:pt x="1545" y="3070"/>
                  </a:moveTo>
                  <a:cubicBezTo>
                    <a:pt x="2398" y="3070"/>
                    <a:pt x="3091" y="2382"/>
                    <a:pt x="3091" y="1534"/>
                  </a:cubicBezTo>
                  <a:cubicBezTo>
                    <a:pt x="3091" y="688"/>
                    <a:pt x="2398" y="0"/>
                    <a:pt x="1545" y="0"/>
                  </a:cubicBezTo>
                  <a:cubicBezTo>
                    <a:pt x="692" y="0"/>
                    <a:pt x="0" y="688"/>
                    <a:pt x="0" y="1534"/>
                  </a:cubicBezTo>
                  <a:cubicBezTo>
                    <a:pt x="0" y="2382"/>
                    <a:pt x="692" y="3070"/>
                    <a:pt x="1545" y="30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6187049" y="1880399"/>
              <a:ext cx="28316" cy="28115"/>
            </a:xfrm>
            <a:custGeom>
              <a:rect b="b" l="l" r="r" t="t"/>
              <a:pathLst>
                <a:path extrusionOk="0" h="3357" w="3381">
                  <a:moveTo>
                    <a:pt x="1691" y="3358"/>
                  </a:moveTo>
                  <a:cubicBezTo>
                    <a:pt x="2624" y="3358"/>
                    <a:pt x="3381" y="2606"/>
                    <a:pt x="3381" y="1678"/>
                  </a:cubicBezTo>
                  <a:cubicBezTo>
                    <a:pt x="3381" y="751"/>
                    <a:pt x="2624" y="0"/>
                    <a:pt x="1691" y="0"/>
                  </a:cubicBezTo>
                  <a:cubicBezTo>
                    <a:pt x="757" y="0"/>
                    <a:pt x="0" y="751"/>
                    <a:pt x="0" y="1678"/>
                  </a:cubicBezTo>
                  <a:cubicBezTo>
                    <a:pt x="0" y="2606"/>
                    <a:pt x="757" y="3358"/>
                    <a:pt x="1691" y="33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6050529" y="1758290"/>
              <a:ext cx="29120" cy="28919"/>
            </a:xfrm>
            <a:custGeom>
              <a:rect b="b" l="l" r="r" t="t"/>
              <a:pathLst>
                <a:path extrusionOk="0" h="3453" w="3477">
                  <a:moveTo>
                    <a:pt x="1738" y="3454"/>
                  </a:moveTo>
                  <a:cubicBezTo>
                    <a:pt x="2698" y="3454"/>
                    <a:pt x="3478" y="2680"/>
                    <a:pt x="3478" y="1727"/>
                  </a:cubicBezTo>
                  <a:cubicBezTo>
                    <a:pt x="3478" y="773"/>
                    <a:pt x="2698" y="0"/>
                    <a:pt x="1738" y="0"/>
                  </a:cubicBezTo>
                  <a:cubicBezTo>
                    <a:pt x="778" y="0"/>
                    <a:pt x="0" y="773"/>
                    <a:pt x="0" y="1727"/>
                  </a:cubicBezTo>
                  <a:cubicBezTo>
                    <a:pt x="0" y="2680"/>
                    <a:pt x="778" y="3454"/>
                    <a:pt x="1738" y="345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5932371" y="1618552"/>
              <a:ext cx="29941" cy="29740"/>
            </a:xfrm>
            <a:custGeom>
              <a:rect b="b" l="l" r="r" t="t"/>
              <a:pathLst>
                <a:path extrusionOk="0" h="3550" w="3574">
                  <a:moveTo>
                    <a:pt x="1788" y="3550"/>
                  </a:moveTo>
                  <a:cubicBezTo>
                    <a:pt x="2775" y="3550"/>
                    <a:pt x="3575" y="2755"/>
                    <a:pt x="3575" y="1775"/>
                  </a:cubicBezTo>
                  <a:cubicBezTo>
                    <a:pt x="3575" y="795"/>
                    <a:pt x="2775" y="0"/>
                    <a:pt x="1788" y="0"/>
                  </a:cubicBezTo>
                  <a:cubicBezTo>
                    <a:pt x="800" y="0"/>
                    <a:pt x="0" y="795"/>
                    <a:pt x="0" y="1775"/>
                  </a:cubicBezTo>
                  <a:cubicBezTo>
                    <a:pt x="0" y="2755"/>
                    <a:pt x="800" y="3550"/>
                    <a:pt x="1788" y="35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5834905" y="1463899"/>
              <a:ext cx="30736" cy="30518"/>
            </a:xfrm>
            <a:custGeom>
              <a:rect b="b" l="l" r="r" t="t"/>
              <a:pathLst>
                <a:path extrusionOk="0" h="3645" w="3670">
                  <a:moveTo>
                    <a:pt x="1835" y="3645"/>
                  </a:moveTo>
                  <a:cubicBezTo>
                    <a:pt x="2849" y="3645"/>
                    <a:pt x="3671" y="2829"/>
                    <a:pt x="3671" y="1822"/>
                  </a:cubicBezTo>
                  <a:cubicBezTo>
                    <a:pt x="3671" y="816"/>
                    <a:pt x="2849" y="0"/>
                    <a:pt x="1835" y="0"/>
                  </a:cubicBezTo>
                  <a:cubicBezTo>
                    <a:pt x="822" y="0"/>
                    <a:pt x="0" y="816"/>
                    <a:pt x="0" y="1822"/>
                  </a:cubicBezTo>
                  <a:cubicBezTo>
                    <a:pt x="0" y="2829"/>
                    <a:pt x="822" y="3645"/>
                    <a:pt x="1835" y="36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5759997" y="1297341"/>
              <a:ext cx="31549" cy="31331"/>
            </a:xfrm>
            <a:custGeom>
              <a:rect b="b" l="l" r="r" t="t"/>
              <a:pathLst>
                <a:path extrusionOk="0" h="3741" w="3767">
                  <a:moveTo>
                    <a:pt x="1883" y="3741"/>
                  </a:moveTo>
                  <a:cubicBezTo>
                    <a:pt x="2924" y="3741"/>
                    <a:pt x="3767" y="2904"/>
                    <a:pt x="3767" y="1871"/>
                  </a:cubicBezTo>
                  <a:cubicBezTo>
                    <a:pt x="3767" y="837"/>
                    <a:pt x="2924" y="0"/>
                    <a:pt x="1883" y="0"/>
                  </a:cubicBezTo>
                  <a:cubicBezTo>
                    <a:pt x="843" y="0"/>
                    <a:pt x="0" y="837"/>
                    <a:pt x="0" y="1871"/>
                  </a:cubicBezTo>
                  <a:cubicBezTo>
                    <a:pt x="0" y="2904"/>
                    <a:pt x="843" y="3741"/>
                    <a:pt x="1883" y="37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4" name="Google Shape;114;p12"/>
            <p:cNvSpPr/>
            <p:nvPr/>
          </p:nvSpPr>
          <p:spPr>
            <a:xfrm>
              <a:off x="5709102" y="1122096"/>
              <a:ext cx="32361" cy="32135"/>
            </a:xfrm>
            <a:custGeom>
              <a:rect b="b" l="l" r="r" t="t"/>
              <a:pathLst>
                <a:path extrusionOk="0" h="3837" w="3864">
                  <a:moveTo>
                    <a:pt x="1932" y="3838"/>
                  </a:moveTo>
                  <a:cubicBezTo>
                    <a:pt x="2999" y="3838"/>
                    <a:pt x="3864" y="2978"/>
                    <a:pt x="3864" y="1919"/>
                  </a:cubicBezTo>
                  <a:cubicBezTo>
                    <a:pt x="3864" y="859"/>
                    <a:pt x="2999" y="0"/>
                    <a:pt x="1932" y="0"/>
                  </a:cubicBezTo>
                  <a:cubicBezTo>
                    <a:pt x="865" y="0"/>
                    <a:pt x="0" y="859"/>
                    <a:pt x="0" y="1919"/>
                  </a:cubicBezTo>
                  <a:cubicBezTo>
                    <a:pt x="0" y="2978"/>
                    <a:pt x="865" y="3838"/>
                    <a:pt x="1932" y="383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5" name="Google Shape;115;p12"/>
            <p:cNvSpPr/>
            <p:nvPr/>
          </p:nvSpPr>
          <p:spPr>
            <a:xfrm>
              <a:off x="5682794" y="941182"/>
              <a:ext cx="33969" cy="33743"/>
            </a:xfrm>
            <a:custGeom>
              <a:rect b="b" l="l" r="r" t="t"/>
              <a:pathLst>
                <a:path extrusionOk="0" h="4029" w="4056">
                  <a:moveTo>
                    <a:pt x="2029" y="4029"/>
                  </a:moveTo>
                  <a:cubicBezTo>
                    <a:pt x="3149" y="4029"/>
                    <a:pt x="4057" y="3127"/>
                    <a:pt x="4057" y="2015"/>
                  </a:cubicBezTo>
                  <a:cubicBezTo>
                    <a:pt x="4057" y="902"/>
                    <a:pt x="3149" y="0"/>
                    <a:pt x="2029" y="0"/>
                  </a:cubicBezTo>
                  <a:cubicBezTo>
                    <a:pt x="908" y="0"/>
                    <a:pt x="0" y="902"/>
                    <a:pt x="0" y="2015"/>
                  </a:cubicBezTo>
                  <a:cubicBezTo>
                    <a:pt x="0" y="3127"/>
                    <a:pt x="908" y="4029"/>
                    <a:pt x="2029" y="40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>
              <a:off x="5681990" y="758494"/>
              <a:ext cx="35602" cy="35343"/>
            </a:xfrm>
            <a:custGeom>
              <a:rect b="b" l="l" r="r" t="t"/>
              <a:pathLst>
                <a:path extrusionOk="0" h="4220" w="4251">
                  <a:moveTo>
                    <a:pt x="2126" y="4221"/>
                  </a:moveTo>
                  <a:cubicBezTo>
                    <a:pt x="3299" y="4221"/>
                    <a:pt x="4251" y="3276"/>
                    <a:pt x="4251" y="2110"/>
                  </a:cubicBezTo>
                  <a:cubicBezTo>
                    <a:pt x="4251" y="945"/>
                    <a:pt x="3299" y="0"/>
                    <a:pt x="2126" y="0"/>
                  </a:cubicBezTo>
                  <a:cubicBezTo>
                    <a:pt x="952" y="0"/>
                    <a:pt x="0" y="945"/>
                    <a:pt x="0" y="2110"/>
                  </a:cubicBezTo>
                  <a:cubicBezTo>
                    <a:pt x="0" y="3276"/>
                    <a:pt x="952" y="4221"/>
                    <a:pt x="2126" y="422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>
              <a:off x="5706678" y="577562"/>
              <a:ext cx="37210" cy="36951"/>
            </a:xfrm>
            <a:custGeom>
              <a:rect b="b" l="l" r="r" t="t"/>
              <a:pathLst>
                <a:path extrusionOk="0" h="4412" w="4443">
                  <a:moveTo>
                    <a:pt x="2221" y="4413"/>
                  </a:moveTo>
                  <a:cubicBezTo>
                    <a:pt x="3449" y="4413"/>
                    <a:pt x="4443" y="3425"/>
                    <a:pt x="4443" y="2206"/>
                  </a:cubicBezTo>
                  <a:cubicBezTo>
                    <a:pt x="4443" y="988"/>
                    <a:pt x="3449" y="0"/>
                    <a:pt x="2221" y="0"/>
                  </a:cubicBezTo>
                  <a:cubicBezTo>
                    <a:pt x="994" y="0"/>
                    <a:pt x="0" y="988"/>
                    <a:pt x="0" y="2206"/>
                  </a:cubicBezTo>
                  <a:cubicBezTo>
                    <a:pt x="0" y="3425"/>
                    <a:pt x="994" y="4413"/>
                    <a:pt x="2221" y="441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>
              <a:off x="5756760" y="402317"/>
              <a:ext cx="38022" cy="37763"/>
            </a:xfrm>
            <a:custGeom>
              <a:rect b="b" l="l" r="r" t="t"/>
              <a:pathLst>
                <a:path extrusionOk="0" h="4509" w="4540">
                  <a:moveTo>
                    <a:pt x="2270" y="4509"/>
                  </a:moveTo>
                  <a:cubicBezTo>
                    <a:pt x="3524" y="4509"/>
                    <a:pt x="4541" y="3499"/>
                    <a:pt x="4541" y="2255"/>
                  </a:cubicBezTo>
                  <a:cubicBezTo>
                    <a:pt x="4541" y="1010"/>
                    <a:pt x="3524" y="0"/>
                    <a:pt x="2270" y="0"/>
                  </a:cubicBezTo>
                  <a:cubicBezTo>
                    <a:pt x="1016" y="0"/>
                    <a:pt x="0" y="1010"/>
                    <a:pt x="0" y="2255"/>
                  </a:cubicBezTo>
                  <a:cubicBezTo>
                    <a:pt x="0" y="3499"/>
                    <a:pt x="1016" y="4509"/>
                    <a:pt x="2270" y="450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19" name="Google Shape;119;p12"/>
            <p:cNvSpPr/>
            <p:nvPr/>
          </p:nvSpPr>
          <p:spPr>
            <a:xfrm>
              <a:off x="5831256" y="236162"/>
              <a:ext cx="38022" cy="37755"/>
            </a:xfrm>
            <a:custGeom>
              <a:rect b="b" l="l" r="r" t="t"/>
              <a:pathLst>
                <a:path extrusionOk="0" h="4508" w="4540">
                  <a:moveTo>
                    <a:pt x="2271" y="4508"/>
                  </a:moveTo>
                  <a:cubicBezTo>
                    <a:pt x="3524" y="4508"/>
                    <a:pt x="4541" y="3499"/>
                    <a:pt x="4541" y="2255"/>
                  </a:cubicBezTo>
                  <a:cubicBezTo>
                    <a:pt x="4541" y="1010"/>
                    <a:pt x="3524" y="0"/>
                    <a:pt x="2271" y="0"/>
                  </a:cubicBezTo>
                  <a:cubicBezTo>
                    <a:pt x="1017" y="0"/>
                    <a:pt x="0" y="1010"/>
                    <a:pt x="0" y="2255"/>
                  </a:cubicBezTo>
                  <a:cubicBezTo>
                    <a:pt x="0" y="3499"/>
                    <a:pt x="1017" y="4508"/>
                    <a:pt x="2271" y="450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5928000" y="81445"/>
              <a:ext cx="38693" cy="38692"/>
            </a:xfrm>
            <a:custGeom>
              <a:rect b="b" l="l" r="r" t="t"/>
              <a:pathLst>
                <a:path extrusionOk="0" h="4620" w="4620">
                  <a:moveTo>
                    <a:pt x="4621" y="2310"/>
                  </a:moveTo>
                  <a:cubicBezTo>
                    <a:pt x="4621" y="3586"/>
                    <a:pt x="3586" y="4621"/>
                    <a:pt x="2310" y="4621"/>
                  </a:cubicBezTo>
                  <a:cubicBezTo>
                    <a:pt x="1034" y="4621"/>
                    <a:pt x="0" y="3586"/>
                    <a:pt x="0" y="2310"/>
                  </a:cubicBezTo>
                  <a:cubicBezTo>
                    <a:pt x="0" y="1034"/>
                    <a:pt x="1034" y="0"/>
                    <a:pt x="2310" y="0"/>
                  </a:cubicBezTo>
                  <a:cubicBezTo>
                    <a:pt x="3586" y="0"/>
                    <a:pt x="4621" y="1034"/>
                    <a:pt x="4621" y="23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6905439" y="2300346"/>
              <a:ext cx="24991" cy="24991"/>
            </a:xfrm>
            <a:custGeom>
              <a:rect b="b" l="l" r="r" t="t"/>
              <a:pathLst>
                <a:path extrusionOk="0" h="2984" w="2984">
                  <a:moveTo>
                    <a:pt x="2984" y="1492"/>
                  </a:moveTo>
                  <a:cubicBezTo>
                    <a:pt x="2984" y="2316"/>
                    <a:pt x="2316" y="2984"/>
                    <a:pt x="1492" y="2984"/>
                  </a:cubicBezTo>
                  <a:cubicBezTo>
                    <a:pt x="668" y="2984"/>
                    <a:pt x="0" y="2316"/>
                    <a:pt x="0" y="1492"/>
                  </a:cubicBezTo>
                  <a:cubicBezTo>
                    <a:pt x="0" y="668"/>
                    <a:pt x="668" y="0"/>
                    <a:pt x="1492" y="0"/>
                  </a:cubicBezTo>
                  <a:cubicBezTo>
                    <a:pt x="2316" y="0"/>
                    <a:pt x="2984" y="668"/>
                    <a:pt x="2984" y="1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6722019" y="2275978"/>
              <a:ext cx="28316" cy="28115"/>
            </a:xfrm>
            <a:custGeom>
              <a:rect b="b" l="l" r="r" t="t"/>
              <a:pathLst>
                <a:path extrusionOk="0" h="3357" w="3381">
                  <a:moveTo>
                    <a:pt x="1691" y="3358"/>
                  </a:moveTo>
                  <a:cubicBezTo>
                    <a:pt x="2624" y="3358"/>
                    <a:pt x="3381" y="2606"/>
                    <a:pt x="3381" y="1678"/>
                  </a:cubicBezTo>
                  <a:cubicBezTo>
                    <a:pt x="3381" y="751"/>
                    <a:pt x="2624" y="0"/>
                    <a:pt x="1691" y="0"/>
                  </a:cubicBezTo>
                  <a:cubicBezTo>
                    <a:pt x="757" y="0"/>
                    <a:pt x="0" y="751"/>
                    <a:pt x="0" y="1678"/>
                  </a:cubicBezTo>
                  <a:cubicBezTo>
                    <a:pt x="0" y="2606"/>
                    <a:pt x="757" y="3358"/>
                    <a:pt x="1691" y="33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6543364" y="2229535"/>
              <a:ext cx="30736" cy="30518"/>
            </a:xfrm>
            <a:custGeom>
              <a:rect b="b" l="l" r="r" t="t"/>
              <a:pathLst>
                <a:path extrusionOk="0" h="3645" w="3670">
                  <a:moveTo>
                    <a:pt x="1835" y="3645"/>
                  </a:moveTo>
                  <a:cubicBezTo>
                    <a:pt x="2849" y="3645"/>
                    <a:pt x="3671" y="2829"/>
                    <a:pt x="3671" y="1822"/>
                  </a:cubicBezTo>
                  <a:cubicBezTo>
                    <a:pt x="3671" y="816"/>
                    <a:pt x="2849" y="0"/>
                    <a:pt x="1835" y="0"/>
                  </a:cubicBezTo>
                  <a:cubicBezTo>
                    <a:pt x="822" y="0"/>
                    <a:pt x="0" y="816"/>
                    <a:pt x="0" y="1822"/>
                  </a:cubicBezTo>
                  <a:cubicBezTo>
                    <a:pt x="0" y="2829"/>
                    <a:pt x="822" y="3645"/>
                    <a:pt x="1835" y="36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371813" y="2161358"/>
              <a:ext cx="33173" cy="32931"/>
            </a:xfrm>
            <a:custGeom>
              <a:rect b="b" l="l" r="r" t="t"/>
              <a:pathLst>
                <a:path extrusionOk="0" h="3932" w="3961">
                  <a:moveTo>
                    <a:pt x="1981" y="3933"/>
                  </a:moveTo>
                  <a:cubicBezTo>
                    <a:pt x="3075" y="3933"/>
                    <a:pt x="3961" y="3053"/>
                    <a:pt x="3961" y="1967"/>
                  </a:cubicBezTo>
                  <a:cubicBezTo>
                    <a:pt x="3961" y="880"/>
                    <a:pt x="3075" y="0"/>
                    <a:pt x="1981" y="0"/>
                  </a:cubicBezTo>
                  <a:cubicBezTo>
                    <a:pt x="887" y="0"/>
                    <a:pt x="0" y="880"/>
                    <a:pt x="0" y="1967"/>
                  </a:cubicBezTo>
                  <a:cubicBezTo>
                    <a:pt x="0" y="3053"/>
                    <a:pt x="887" y="3933"/>
                    <a:pt x="1981" y="39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6210065" y="2072515"/>
              <a:ext cx="35594" cy="35342"/>
            </a:xfrm>
            <a:custGeom>
              <a:rect b="b" l="l" r="r" t="t"/>
              <a:pathLst>
                <a:path extrusionOk="0" h="4220" w="4250">
                  <a:moveTo>
                    <a:pt x="2125" y="4221"/>
                  </a:moveTo>
                  <a:cubicBezTo>
                    <a:pt x="3298" y="4221"/>
                    <a:pt x="4250" y="3276"/>
                    <a:pt x="4250" y="2111"/>
                  </a:cubicBezTo>
                  <a:cubicBezTo>
                    <a:pt x="4250" y="945"/>
                    <a:pt x="3298" y="0"/>
                    <a:pt x="2125" y="0"/>
                  </a:cubicBezTo>
                  <a:cubicBezTo>
                    <a:pt x="952" y="0"/>
                    <a:pt x="0" y="945"/>
                    <a:pt x="0" y="2111"/>
                  </a:cubicBezTo>
                  <a:cubicBezTo>
                    <a:pt x="0" y="3276"/>
                    <a:pt x="952" y="4221"/>
                    <a:pt x="2125" y="422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6061036" y="1964789"/>
              <a:ext cx="37210" cy="36951"/>
            </a:xfrm>
            <a:custGeom>
              <a:rect b="b" l="l" r="r" t="t"/>
              <a:pathLst>
                <a:path extrusionOk="0" h="4412" w="4443">
                  <a:moveTo>
                    <a:pt x="2222" y="4413"/>
                  </a:moveTo>
                  <a:cubicBezTo>
                    <a:pt x="3449" y="4413"/>
                    <a:pt x="4443" y="3425"/>
                    <a:pt x="4443" y="2207"/>
                  </a:cubicBezTo>
                  <a:cubicBezTo>
                    <a:pt x="4443" y="988"/>
                    <a:pt x="3449" y="0"/>
                    <a:pt x="2222" y="0"/>
                  </a:cubicBezTo>
                  <a:cubicBezTo>
                    <a:pt x="994" y="0"/>
                    <a:pt x="0" y="988"/>
                    <a:pt x="0" y="2207"/>
                  </a:cubicBezTo>
                  <a:cubicBezTo>
                    <a:pt x="0" y="3425"/>
                    <a:pt x="994" y="4413"/>
                    <a:pt x="2222" y="441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5926747" y="1839388"/>
              <a:ext cx="38693" cy="38692"/>
            </a:xfrm>
            <a:custGeom>
              <a:rect b="b" l="l" r="r" t="t"/>
              <a:pathLst>
                <a:path extrusionOk="0" h="4620" w="4620">
                  <a:moveTo>
                    <a:pt x="4621" y="2310"/>
                  </a:moveTo>
                  <a:cubicBezTo>
                    <a:pt x="4621" y="3586"/>
                    <a:pt x="3586" y="4621"/>
                    <a:pt x="2310" y="4621"/>
                  </a:cubicBezTo>
                  <a:cubicBezTo>
                    <a:pt x="1034" y="4621"/>
                    <a:pt x="0" y="3586"/>
                    <a:pt x="0" y="2310"/>
                  </a:cubicBezTo>
                  <a:cubicBezTo>
                    <a:pt x="0" y="1034"/>
                    <a:pt x="1034" y="0"/>
                    <a:pt x="2310" y="0"/>
                  </a:cubicBezTo>
                  <a:cubicBezTo>
                    <a:pt x="3586" y="0"/>
                    <a:pt x="4621" y="1034"/>
                    <a:pt x="4621" y="23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5809978" y="1699220"/>
              <a:ext cx="38693" cy="38692"/>
            </a:xfrm>
            <a:custGeom>
              <a:rect b="b" l="l" r="r" t="t"/>
              <a:pathLst>
                <a:path extrusionOk="0" h="4620" w="4620">
                  <a:moveTo>
                    <a:pt x="4621" y="2310"/>
                  </a:moveTo>
                  <a:cubicBezTo>
                    <a:pt x="4621" y="3586"/>
                    <a:pt x="3586" y="4621"/>
                    <a:pt x="2310" y="4621"/>
                  </a:cubicBezTo>
                  <a:cubicBezTo>
                    <a:pt x="1034" y="4621"/>
                    <a:pt x="0" y="3586"/>
                    <a:pt x="0" y="2310"/>
                  </a:cubicBezTo>
                  <a:cubicBezTo>
                    <a:pt x="0" y="1034"/>
                    <a:pt x="1034" y="0"/>
                    <a:pt x="2310" y="0"/>
                  </a:cubicBezTo>
                  <a:cubicBezTo>
                    <a:pt x="3586" y="0"/>
                    <a:pt x="4621" y="1034"/>
                    <a:pt x="4621" y="23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29" name="Google Shape;129;p12"/>
            <p:cNvSpPr/>
            <p:nvPr/>
          </p:nvSpPr>
          <p:spPr>
            <a:xfrm>
              <a:off x="5711808" y="1545619"/>
              <a:ext cx="38693" cy="38692"/>
            </a:xfrm>
            <a:custGeom>
              <a:rect b="b" l="l" r="r" t="t"/>
              <a:pathLst>
                <a:path extrusionOk="0" h="4620" w="4620">
                  <a:moveTo>
                    <a:pt x="4621" y="2310"/>
                  </a:moveTo>
                  <a:cubicBezTo>
                    <a:pt x="4621" y="3586"/>
                    <a:pt x="3586" y="4621"/>
                    <a:pt x="2310" y="4621"/>
                  </a:cubicBezTo>
                  <a:cubicBezTo>
                    <a:pt x="1034" y="4621"/>
                    <a:pt x="0" y="3586"/>
                    <a:pt x="0" y="2310"/>
                  </a:cubicBezTo>
                  <a:cubicBezTo>
                    <a:pt x="0" y="1034"/>
                    <a:pt x="1034" y="0"/>
                    <a:pt x="2310" y="0"/>
                  </a:cubicBezTo>
                  <a:cubicBezTo>
                    <a:pt x="3586" y="0"/>
                    <a:pt x="4621" y="1034"/>
                    <a:pt x="4621" y="23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0" name="Google Shape;130;p12"/>
            <p:cNvSpPr/>
            <p:nvPr/>
          </p:nvSpPr>
          <p:spPr>
            <a:xfrm>
              <a:off x="5633334" y="1380689"/>
              <a:ext cx="39631" cy="39354"/>
            </a:xfrm>
            <a:custGeom>
              <a:rect b="b" l="l" r="r" t="t"/>
              <a:pathLst>
                <a:path extrusionOk="0" h="4699" w="4732">
                  <a:moveTo>
                    <a:pt x="2366" y="4700"/>
                  </a:moveTo>
                  <a:cubicBezTo>
                    <a:pt x="3674" y="4700"/>
                    <a:pt x="4733" y="3648"/>
                    <a:pt x="4733" y="2350"/>
                  </a:cubicBezTo>
                  <a:cubicBezTo>
                    <a:pt x="4733" y="1052"/>
                    <a:pt x="3674" y="0"/>
                    <a:pt x="2366" y="0"/>
                  </a:cubicBezTo>
                  <a:cubicBezTo>
                    <a:pt x="1059" y="0"/>
                    <a:pt x="0" y="1052"/>
                    <a:pt x="0" y="2350"/>
                  </a:cubicBezTo>
                  <a:cubicBezTo>
                    <a:pt x="0" y="3648"/>
                    <a:pt x="1059" y="4700"/>
                    <a:pt x="2366" y="47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5575983" y="1206797"/>
              <a:ext cx="41113" cy="41113"/>
            </a:xfrm>
            <a:custGeom>
              <a:rect b="b" l="l" r="r" t="t"/>
              <a:pathLst>
                <a:path extrusionOk="0" h="4909" w="4909">
                  <a:moveTo>
                    <a:pt x="4909" y="2455"/>
                  </a:moveTo>
                  <a:cubicBezTo>
                    <a:pt x="4909" y="3810"/>
                    <a:pt x="3810" y="4909"/>
                    <a:pt x="2455" y="4909"/>
                  </a:cubicBezTo>
                  <a:cubicBezTo>
                    <a:pt x="1099" y="4909"/>
                    <a:pt x="0" y="3810"/>
                    <a:pt x="0" y="2455"/>
                  </a:cubicBezTo>
                  <a:cubicBezTo>
                    <a:pt x="0" y="1099"/>
                    <a:pt x="1099" y="0"/>
                    <a:pt x="2455" y="0"/>
                  </a:cubicBezTo>
                  <a:cubicBezTo>
                    <a:pt x="3810" y="0"/>
                    <a:pt x="4909" y="1099"/>
                    <a:pt x="4909" y="24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5540770" y="1027374"/>
              <a:ext cx="42872" cy="42570"/>
            </a:xfrm>
            <a:custGeom>
              <a:rect b="b" l="l" r="r" t="t"/>
              <a:pathLst>
                <a:path extrusionOk="0" h="5083" w="5119">
                  <a:moveTo>
                    <a:pt x="2560" y="5083"/>
                  </a:moveTo>
                  <a:cubicBezTo>
                    <a:pt x="3974" y="5083"/>
                    <a:pt x="5120" y="3946"/>
                    <a:pt x="5120" y="2542"/>
                  </a:cubicBezTo>
                  <a:cubicBezTo>
                    <a:pt x="5120" y="1138"/>
                    <a:pt x="3974" y="0"/>
                    <a:pt x="2560" y="0"/>
                  </a:cubicBezTo>
                  <a:cubicBezTo>
                    <a:pt x="1146" y="0"/>
                    <a:pt x="0" y="1138"/>
                    <a:pt x="0" y="2542"/>
                  </a:cubicBezTo>
                  <a:cubicBezTo>
                    <a:pt x="0" y="3946"/>
                    <a:pt x="1146" y="5083"/>
                    <a:pt x="2560" y="508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5528462" y="845006"/>
              <a:ext cx="44496" cy="44178"/>
            </a:xfrm>
            <a:custGeom>
              <a:rect b="b" l="l" r="r" t="t"/>
              <a:pathLst>
                <a:path extrusionOk="0" h="5275" w="5313">
                  <a:moveTo>
                    <a:pt x="2657" y="5276"/>
                  </a:moveTo>
                  <a:cubicBezTo>
                    <a:pt x="4123" y="5276"/>
                    <a:pt x="5313" y="4095"/>
                    <a:pt x="5313" y="2638"/>
                  </a:cubicBezTo>
                  <a:cubicBezTo>
                    <a:pt x="5313" y="1181"/>
                    <a:pt x="4123" y="0"/>
                    <a:pt x="2657" y="0"/>
                  </a:cubicBezTo>
                  <a:cubicBezTo>
                    <a:pt x="1189" y="0"/>
                    <a:pt x="0" y="1181"/>
                    <a:pt x="0" y="2638"/>
                  </a:cubicBezTo>
                  <a:cubicBezTo>
                    <a:pt x="0" y="4095"/>
                    <a:pt x="1189" y="5276"/>
                    <a:pt x="2657" y="527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5538749" y="662254"/>
              <a:ext cx="46925" cy="46590"/>
            </a:xfrm>
            <a:custGeom>
              <a:rect b="b" l="l" r="r" t="t"/>
              <a:pathLst>
                <a:path extrusionOk="0" h="5563" w="5603">
                  <a:moveTo>
                    <a:pt x="2802" y="5564"/>
                  </a:moveTo>
                  <a:cubicBezTo>
                    <a:pt x="4349" y="5564"/>
                    <a:pt x="5604" y="4318"/>
                    <a:pt x="5604" y="2781"/>
                  </a:cubicBezTo>
                  <a:cubicBezTo>
                    <a:pt x="5604" y="1245"/>
                    <a:pt x="4349" y="0"/>
                    <a:pt x="2802" y="0"/>
                  </a:cubicBezTo>
                  <a:cubicBezTo>
                    <a:pt x="1254" y="0"/>
                    <a:pt x="0" y="1245"/>
                    <a:pt x="0" y="2781"/>
                  </a:cubicBezTo>
                  <a:cubicBezTo>
                    <a:pt x="0" y="4318"/>
                    <a:pt x="1254" y="5564"/>
                    <a:pt x="2802" y="55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5572673" y="482986"/>
              <a:ext cx="47729" cy="47729"/>
            </a:xfrm>
            <a:custGeom>
              <a:rect b="b" l="l" r="r" t="t"/>
              <a:pathLst>
                <a:path extrusionOk="0" h="5699" w="5699">
                  <a:moveTo>
                    <a:pt x="5700" y="2850"/>
                  </a:moveTo>
                  <a:cubicBezTo>
                    <a:pt x="5700" y="4424"/>
                    <a:pt x="4424" y="5700"/>
                    <a:pt x="2850" y="5700"/>
                  </a:cubicBezTo>
                  <a:cubicBezTo>
                    <a:pt x="1276" y="5700"/>
                    <a:pt x="0" y="4424"/>
                    <a:pt x="0" y="2850"/>
                  </a:cubicBezTo>
                  <a:cubicBezTo>
                    <a:pt x="0" y="1276"/>
                    <a:pt x="1276" y="0"/>
                    <a:pt x="2850" y="0"/>
                  </a:cubicBezTo>
                  <a:cubicBezTo>
                    <a:pt x="4424" y="0"/>
                    <a:pt x="5700" y="1276"/>
                    <a:pt x="5700" y="28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5628881" y="309743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7" y="5755"/>
                  </a:moveTo>
                  <a:cubicBezTo>
                    <a:pt x="4499" y="5755"/>
                    <a:pt x="5796" y="4467"/>
                    <a:pt x="5796" y="2878"/>
                  </a:cubicBezTo>
                  <a:cubicBezTo>
                    <a:pt x="5796" y="1288"/>
                    <a:pt x="4499" y="0"/>
                    <a:pt x="2897" y="0"/>
                  </a:cubicBezTo>
                  <a:cubicBezTo>
                    <a:pt x="1297" y="0"/>
                    <a:pt x="0" y="1288"/>
                    <a:pt x="0" y="2878"/>
                  </a:cubicBezTo>
                  <a:cubicBezTo>
                    <a:pt x="0" y="4467"/>
                    <a:pt x="1297" y="5755"/>
                    <a:pt x="2897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5706889" y="145142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8" y="5755"/>
                  </a:moveTo>
                  <a:cubicBezTo>
                    <a:pt x="4499" y="5755"/>
                    <a:pt x="5796" y="4467"/>
                    <a:pt x="5796" y="2878"/>
                  </a:cubicBezTo>
                  <a:cubicBezTo>
                    <a:pt x="5796" y="1289"/>
                    <a:pt x="4499" y="0"/>
                    <a:pt x="2898" y="0"/>
                  </a:cubicBezTo>
                  <a:cubicBezTo>
                    <a:pt x="1297" y="0"/>
                    <a:pt x="0" y="1289"/>
                    <a:pt x="0" y="2878"/>
                  </a:cubicBezTo>
                  <a:cubicBezTo>
                    <a:pt x="0" y="4467"/>
                    <a:pt x="1297" y="5755"/>
                    <a:pt x="2898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6948745" y="2445041"/>
              <a:ext cx="29941" cy="29715"/>
            </a:xfrm>
            <a:custGeom>
              <a:rect b="b" l="l" r="r" t="t"/>
              <a:pathLst>
                <a:path extrusionOk="0" h="3548" w="3574">
                  <a:moveTo>
                    <a:pt x="1787" y="3549"/>
                  </a:moveTo>
                  <a:cubicBezTo>
                    <a:pt x="2775" y="3549"/>
                    <a:pt x="3575" y="2755"/>
                    <a:pt x="3575" y="1774"/>
                  </a:cubicBezTo>
                  <a:cubicBezTo>
                    <a:pt x="3575" y="794"/>
                    <a:pt x="2775" y="0"/>
                    <a:pt x="1787" y="0"/>
                  </a:cubicBezTo>
                  <a:cubicBezTo>
                    <a:pt x="800" y="0"/>
                    <a:pt x="0" y="794"/>
                    <a:pt x="0" y="1774"/>
                  </a:cubicBezTo>
                  <a:cubicBezTo>
                    <a:pt x="0" y="2755"/>
                    <a:pt x="800" y="3549"/>
                    <a:pt x="1787" y="354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39" name="Google Shape;139;p12"/>
            <p:cNvSpPr/>
            <p:nvPr/>
          </p:nvSpPr>
          <p:spPr>
            <a:xfrm>
              <a:off x="6764584" y="2427869"/>
              <a:ext cx="33165" cy="32931"/>
            </a:xfrm>
            <a:custGeom>
              <a:rect b="b" l="l" r="r" t="t"/>
              <a:pathLst>
                <a:path extrusionOk="0" h="3932" w="3960">
                  <a:moveTo>
                    <a:pt x="1980" y="3933"/>
                  </a:moveTo>
                  <a:cubicBezTo>
                    <a:pt x="3074" y="3933"/>
                    <a:pt x="3961" y="3053"/>
                    <a:pt x="3961" y="1967"/>
                  </a:cubicBezTo>
                  <a:cubicBezTo>
                    <a:pt x="3961" y="880"/>
                    <a:pt x="3074" y="0"/>
                    <a:pt x="1980" y="0"/>
                  </a:cubicBezTo>
                  <a:cubicBezTo>
                    <a:pt x="886" y="0"/>
                    <a:pt x="0" y="880"/>
                    <a:pt x="0" y="1967"/>
                  </a:cubicBezTo>
                  <a:cubicBezTo>
                    <a:pt x="0" y="3053"/>
                    <a:pt x="886" y="3933"/>
                    <a:pt x="1980" y="39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0" name="Google Shape;140;p12"/>
            <p:cNvSpPr/>
            <p:nvPr/>
          </p:nvSpPr>
          <p:spPr>
            <a:xfrm>
              <a:off x="6583387" y="2390131"/>
              <a:ext cx="36406" cy="36138"/>
            </a:xfrm>
            <a:custGeom>
              <a:rect b="b" l="l" r="r" t="t"/>
              <a:pathLst>
                <a:path extrusionOk="0" h="4315" w="4347">
                  <a:moveTo>
                    <a:pt x="2174" y="4316"/>
                  </a:moveTo>
                  <a:cubicBezTo>
                    <a:pt x="3375" y="4316"/>
                    <a:pt x="4347" y="3350"/>
                    <a:pt x="4347" y="2157"/>
                  </a:cubicBezTo>
                  <a:cubicBezTo>
                    <a:pt x="4347" y="966"/>
                    <a:pt x="3375" y="0"/>
                    <a:pt x="2174" y="0"/>
                  </a:cubicBezTo>
                  <a:cubicBezTo>
                    <a:pt x="973" y="0"/>
                    <a:pt x="0" y="966"/>
                    <a:pt x="0" y="2157"/>
                  </a:cubicBezTo>
                  <a:cubicBezTo>
                    <a:pt x="0" y="3350"/>
                    <a:pt x="973" y="4316"/>
                    <a:pt x="2174" y="431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1" name="Google Shape;141;p12"/>
            <p:cNvSpPr/>
            <p:nvPr/>
          </p:nvSpPr>
          <p:spPr>
            <a:xfrm>
              <a:off x="6407520" y="2332305"/>
              <a:ext cx="39631" cy="39363"/>
            </a:xfrm>
            <a:custGeom>
              <a:rect b="b" l="l" r="r" t="t"/>
              <a:pathLst>
                <a:path extrusionOk="0" h="4700" w="4732">
                  <a:moveTo>
                    <a:pt x="2367" y="4701"/>
                  </a:moveTo>
                  <a:cubicBezTo>
                    <a:pt x="3674" y="4701"/>
                    <a:pt x="4733" y="3648"/>
                    <a:pt x="4733" y="2351"/>
                  </a:cubicBezTo>
                  <a:cubicBezTo>
                    <a:pt x="4733" y="1052"/>
                    <a:pt x="3674" y="0"/>
                    <a:pt x="2367" y="0"/>
                  </a:cubicBezTo>
                  <a:cubicBezTo>
                    <a:pt x="1059" y="0"/>
                    <a:pt x="0" y="1052"/>
                    <a:pt x="0" y="2351"/>
                  </a:cubicBezTo>
                  <a:cubicBezTo>
                    <a:pt x="0" y="3648"/>
                    <a:pt x="1059" y="4701"/>
                    <a:pt x="2367" y="470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2" name="Google Shape;142;p12"/>
            <p:cNvSpPr/>
            <p:nvPr/>
          </p:nvSpPr>
          <p:spPr>
            <a:xfrm>
              <a:off x="6239234" y="2255120"/>
              <a:ext cx="42872" cy="42570"/>
            </a:xfrm>
            <a:custGeom>
              <a:rect b="b" l="l" r="r" t="t"/>
              <a:pathLst>
                <a:path extrusionOk="0" h="5083" w="5119">
                  <a:moveTo>
                    <a:pt x="2559" y="5084"/>
                  </a:moveTo>
                  <a:cubicBezTo>
                    <a:pt x="3974" y="5084"/>
                    <a:pt x="5120" y="3945"/>
                    <a:pt x="5120" y="2542"/>
                  </a:cubicBezTo>
                  <a:cubicBezTo>
                    <a:pt x="5120" y="1138"/>
                    <a:pt x="3974" y="0"/>
                    <a:pt x="2559" y="0"/>
                  </a:cubicBezTo>
                  <a:cubicBezTo>
                    <a:pt x="1146" y="0"/>
                    <a:pt x="0" y="1138"/>
                    <a:pt x="0" y="2542"/>
                  </a:cubicBezTo>
                  <a:cubicBezTo>
                    <a:pt x="0" y="3945"/>
                    <a:pt x="1146" y="5084"/>
                    <a:pt x="2559" y="50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3" name="Google Shape;143;p12"/>
            <p:cNvSpPr/>
            <p:nvPr/>
          </p:nvSpPr>
          <p:spPr>
            <a:xfrm>
              <a:off x="6081116" y="2159959"/>
              <a:ext cx="45300" cy="44990"/>
            </a:xfrm>
            <a:custGeom>
              <a:rect b="b" l="l" r="r" t="t"/>
              <a:pathLst>
                <a:path extrusionOk="0" h="5372" w="5409">
                  <a:moveTo>
                    <a:pt x="2705" y="5372"/>
                  </a:moveTo>
                  <a:cubicBezTo>
                    <a:pt x="4199" y="5372"/>
                    <a:pt x="5409" y="4170"/>
                    <a:pt x="5409" y="2686"/>
                  </a:cubicBezTo>
                  <a:cubicBezTo>
                    <a:pt x="5409" y="1203"/>
                    <a:pt x="4199" y="0"/>
                    <a:pt x="2705" y="0"/>
                  </a:cubicBezTo>
                  <a:cubicBezTo>
                    <a:pt x="1211" y="0"/>
                    <a:pt x="0" y="1203"/>
                    <a:pt x="0" y="2686"/>
                  </a:cubicBezTo>
                  <a:cubicBezTo>
                    <a:pt x="0" y="4170"/>
                    <a:pt x="1211" y="5372"/>
                    <a:pt x="2705" y="53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4" name="Google Shape;144;p12"/>
            <p:cNvSpPr/>
            <p:nvPr/>
          </p:nvSpPr>
          <p:spPr>
            <a:xfrm>
              <a:off x="5935205" y="2048063"/>
              <a:ext cx="46925" cy="46590"/>
            </a:xfrm>
            <a:custGeom>
              <a:rect b="b" l="l" r="r" t="t"/>
              <a:pathLst>
                <a:path extrusionOk="0" h="5563" w="5603">
                  <a:moveTo>
                    <a:pt x="2801" y="5564"/>
                  </a:moveTo>
                  <a:cubicBezTo>
                    <a:pt x="4349" y="5564"/>
                    <a:pt x="5604" y="4318"/>
                    <a:pt x="5604" y="2781"/>
                  </a:cubicBezTo>
                  <a:cubicBezTo>
                    <a:pt x="5604" y="1245"/>
                    <a:pt x="4349" y="0"/>
                    <a:pt x="2801" y="0"/>
                  </a:cubicBezTo>
                  <a:cubicBezTo>
                    <a:pt x="1254" y="0"/>
                    <a:pt x="0" y="1245"/>
                    <a:pt x="0" y="2781"/>
                  </a:cubicBezTo>
                  <a:cubicBezTo>
                    <a:pt x="0" y="4318"/>
                    <a:pt x="1254" y="5564"/>
                    <a:pt x="2801" y="55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5803413" y="1920678"/>
              <a:ext cx="47729" cy="47729"/>
            </a:xfrm>
            <a:custGeom>
              <a:rect b="b" l="l" r="r" t="t"/>
              <a:pathLst>
                <a:path extrusionOk="0" h="5699" w="5699">
                  <a:moveTo>
                    <a:pt x="5700" y="2850"/>
                  </a:moveTo>
                  <a:cubicBezTo>
                    <a:pt x="5700" y="4424"/>
                    <a:pt x="4424" y="5700"/>
                    <a:pt x="2850" y="5700"/>
                  </a:cubicBezTo>
                  <a:cubicBezTo>
                    <a:pt x="1276" y="5700"/>
                    <a:pt x="0" y="4424"/>
                    <a:pt x="0" y="2850"/>
                  </a:cubicBezTo>
                  <a:cubicBezTo>
                    <a:pt x="0" y="1276"/>
                    <a:pt x="1276" y="0"/>
                    <a:pt x="2850" y="0"/>
                  </a:cubicBezTo>
                  <a:cubicBezTo>
                    <a:pt x="4424" y="0"/>
                    <a:pt x="5700" y="1276"/>
                    <a:pt x="5700" y="28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5687430" y="1780016"/>
              <a:ext cx="47729" cy="47394"/>
            </a:xfrm>
            <a:custGeom>
              <a:rect b="b" l="l" r="r" t="t"/>
              <a:pathLst>
                <a:path extrusionOk="0" h="5659" w="5699">
                  <a:moveTo>
                    <a:pt x="2850" y="5660"/>
                  </a:moveTo>
                  <a:cubicBezTo>
                    <a:pt x="4424" y="5660"/>
                    <a:pt x="5700" y="4392"/>
                    <a:pt x="5700" y="2830"/>
                  </a:cubicBezTo>
                  <a:cubicBezTo>
                    <a:pt x="5700" y="1267"/>
                    <a:pt x="4424" y="0"/>
                    <a:pt x="2850" y="0"/>
                  </a:cubicBezTo>
                  <a:cubicBezTo>
                    <a:pt x="1276" y="0"/>
                    <a:pt x="0" y="1267"/>
                    <a:pt x="0" y="2830"/>
                  </a:cubicBezTo>
                  <a:cubicBezTo>
                    <a:pt x="0" y="4392"/>
                    <a:pt x="1276" y="5660"/>
                    <a:pt x="2850" y="566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5588373" y="1626781"/>
              <a:ext cx="47729" cy="47729"/>
            </a:xfrm>
            <a:custGeom>
              <a:rect b="b" l="l" r="r" t="t"/>
              <a:pathLst>
                <a:path extrusionOk="0" h="5699" w="5699">
                  <a:moveTo>
                    <a:pt x="5700" y="2850"/>
                  </a:moveTo>
                  <a:cubicBezTo>
                    <a:pt x="5700" y="4424"/>
                    <a:pt x="4424" y="5700"/>
                    <a:pt x="2850" y="5700"/>
                  </a:cubicBezTo>
                  <a:cubicBezTo>
                    <a:pt x="1276" y="5700"/>
                    <a:pt x="0" y="4424"/>
                    <a:pt x="0" y="2850"/>
                  </a:cubicBezTo>
                  <a:cubicBezTo>
                    <a:pt x="0" y="1276"/>
                    <a:pt x="1276" y="0"/>
                    <a:pt x="2850" y="0"/>
                  </a:cubicBezTo>
                  <a:cubicBezTo>
                    <a:pt x="4424" y="0"/>
                    <a:pt x="5700" y="1276"/>
                    <a:pt x="5700" y="28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5507531" y="1463698"/>
              <a:ext cx="47729" cy="47386"/>
            </a:xfrm>
            <a:custGeom>
              <a:rect b="b" l="l" r="r" t="t"/>
              <a:pathLst>
                <a:path extrusionOk="0" h="5658" w="5699">
                  <a:moveTo>
                    <a:pt x="2850" y="5659"/>
                  </a:moveTo>
                  <a:cubicBezTo>
                    <a:pt x="4423" y="5659"/>
                    <a:pt x="5700" y="4392"/>
                    <a:pt x="5700" y="2830"/>
                  </a:cubicBezTo>
                  <a:cubicBezTo>
                    <a:pt x="5700" y="1267"/>
                    <a:pt x="4423" y="0"/>
                    <a:pt x="2850" y="0"/>
                  </a:cubicBezTo>
                  <a:cubicBezTo>
                    <a:pt x="1276" y="0"/>
                    <a:pt x="0" y="1267"/>
                    <a:pt x="0" y="2830"/>
                  </a:cubicBezTo>
                  <a:cubicBezTo>
                    <a:pt x="0" y="4392"/>
                    <a:pt x="1276" y="5659"/>
                    <a:pt x="2850" y="56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5445553" y="1291928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8" y="5755"/>
                  </a:moveTo>
                  <a:cubicBezTo>
                    <a:pt x="4499" y="5755"/>
                    <a:pt x="5796" y="4467"/>
                    <a:pt x="5796" y="2878"/>
                  </a:cubicBezTo>
                  <a:cubicBezTo>
                    <a:pt x="5796" y="1289"/>
                    <a:pt x="4499" y="0"/>
                    <a:pt x="2898" y="0"/>
                  </a:cubicBezTo>
                  <a:cubicBezTo>
                    <a:pt x="1297" y="0"/>
                    <a:pt x="0" y="1289"/>
                    <a:pt x="0" y="2878"/>
                  </a:cubicBezTo>
                  <a:cubicBezTo>
                    <a:pt x="0" y="4467"/>
                    <a:pt x="1297" y="5755"/>
                    <a:pt x="2898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5403253" y="1113739"/>
              <a:ext cx="50158" cy="50158"/>
            </a:xfrm>
            <a:custGeom>
              <a:rect b="b" l="l" r="r" t="t"/>
              <a:pathLst>
                <a:path extrusionOk="0" h="5989" w="5989">
                  <a:moveTo>
                    <a:pt x="5989" y="2995"/>
                  </a:moveTo>
                  <a:cubicBezTo>
                    <a:pt x="5989" y="4649"/>
                    <a:pt x="4649" y="5989"/>
                    <a:pt x="2995" y="5989"/>
                  </a:cubicBezTo>
                  <a:cubicBezTo>
                    <a:pt x="1341" y="5989"/>
                    <a:pt x="0" y="4649"/>
                    <a:pt x="0" y="2995"/>
                  </a:cubicBezTo>
                  <a:cubicBezTo>
                    <a:pt x="0" y="1341"/>
                    <a:pt x="1341" y="0"/>
                    <a:pt x="2995" y="0"/>
                  </a:cubicBezTo>
                  <a:cubicBezTo>
                    <a:pt x="4649" y="0"/>
                    <a:pt x="5989" y="1341"/>
                    <a:pt x="5989" y="29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5381152" y="931965"/>
              <a:ext cx="52587" cy="52218"/>
            </a:xfrm>
            <a:custGeom>
              <a:rect b="b" l="l" r="r" t="t"/>
              <a:pathLst>
                <a:path extrusionOk="0" h="6235" w="6279">
                  <a:moveTo>
                    <a:pt x="3139" y="6235"/>
                  </a:moveTo>
                  <a:cubicBezTo>
                    <a:pt x="4874" y="6235"/>
                    <a:pt x="6280" y="4840"/>
                    <a:pt x="6280" y="3118"/>
                  </a:cubicBezTo>
                  <a:cubicBezTo>
                    <a:pt x="6280" y="1395"/>
                    <a:pt x="4874" y="0"/>
                    <a:pt x="3139" y="0"/>
                  </a:cubicBezTo>
                  <a:cubicBezTo>
                    <a:pt x="1406" y="0"/>
                    <a:pt x="0" y="1395"/>
                    <a:pt x="0" y="3118"/>
                  </a:cubicBezTo>
                  <a:cubicBezTo>
                    <a:pt x="0" y="4840"/>
                    <a:pt x="1406" y="6235"/>
                    <a:pt x="3139" y="623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2" name="Google Shape;152;p12"/>
            <p:cNvSpPr/>
            <p:nvPr/>
          </p:nvSpPr>
          <p:spPr>
            <a:xfrm>
              <a:off x="5379936" y="748820"/>
              <a:ext cx="55015" cy="54622"/>
            </a:xfrm>
            <a:custGeom>
              <a:rect b="b" l="l" r="r" t="t"/>
              <a:pathLst>
                <a:path extrusionOk="0" h="6522" w="6569">
                  <a:moveTo>
                    <a:pt x="3284" y="6523"/>
                  </a:moveTo>
                  <a:cubicBezTo>
                    <a:pt x="5099" y="6523"/>
                    <a:pt x="6569" y="5063"/>
                    <a:pt x="6569" y="3261"/>
                  </a:cubicBezTo>
                  <a:cubicBezTo>
                    <a:pt x="6569" y="1460"/>
                    <a:pt x="5099" y="0"/>
                    <a:pt x="3284" y="0"/>
                  </a:cubicBezTo>
                  <a:cubicBezTo>
                    <a:pt x="1471" y="0"/>
                    <a:pt x="0" y="1460"/>
                    <a:pt x="0" y="3261"/>
                  </a:cubicBezTo>
                  <a:cubicBezTo>
                    <a:pt x="0" y="5063"/>
                    <a:pt x="1471" y="6523"/>
                    <a:pt x="3284" y="652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3" name="Google Shape;153;p12"/>
            <p:cNvSpPr/>
            <p:nvPr/>
          </p:nvSpPr>
          <p:spPr>
            <a:xfrm>
              <a:off x="5400016" y="567266"/>
              <a:ext cx="56623" cy="56238"/>
            </a:xfrm>
            <a:custGeom>
              <a:rect b="b" l="l" r="r" t="t"/>
              <a:pathLst>
                <a:path extrusionOk="0" h="6715" w="6761">
                  <a:moveTo>
                    <a:pt x="3381" y="6715"/>
                  </a:moveTo>
                  <a:cubicBezTo>
                    <a:pt x="5248" y="6715"/>
                    <a:pt x="6762" y="5212"/>
                    <a:pt x="6762" y="3358"/>
                  </a:cubicBezTo>
                  <a:cubicBezTo>
                    <a:pt x="6762" y="1503"/>
                    <a:pt x="5248" y="0"/>
                    <a:pt x="3381" y="0"/>
                  </a:cubicBezTo>
                  <a:cubicBezTo>
                    <a:pt x="1513" y="0"/>
                    <a:pt x="0" y="1503"/>
                    <a:pt x="0" y="3358"/>
                  </a:cubicBezTo>
                  <a:cubicBezTo>
                    <a:pt x="0" y="5212"/>
                    <a:pt x="1513" y="6715"/>
                    <a:pt x="3381" y="671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4" name="Google Shape;154;p12"/>
            <p:cNvSpPr/>
            <p:nvPr/>
          </p:nvSpPr>
          <p:spPr>
            <a:xfrm>
              <a:off x="5440707" y="389250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1"/>
                    <a:pt x="6955" y="3454"/>
                  </a:cubicBezTo>
                  <a:cubicBezTo>
                    <a:pt x="6955" y="1547"/>
                    <a:pt x="5398" y="0"/>
                    <a:pt x="3478" y="0"/>
                  </a:cubicBezTo>
                  <a:cubicBezTo>
                    <a:pt x="1556" y="0"/>
                    <a:pt x="0" y="1547"/>
                    <a:pt x="0" y="3454"/>
                  </a:cubicBezTo>
                  <a:cubicBezTo>
                    <a:pt x="0" y="5361"/>
                    <a:pt x="1556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5" name="Google Shape;155;p12"/>
            <p:cNvSpPr/>
            <p:nvPr/>
          </p:nvSpPr>
          <p:spPr>
            <a:xfrm>
              <a:off x="5502273" y="217901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1"/>
                    <a:pt x="6955" y="3453"/>
                  </a:cubicBezTo>
                  <a:cubicBezTo>
                    <a:pt x="6955" y="1546"/>
                    <a:pt x="5398" y="0"/>
                    <a:pt x="3478" y="0"/>
                  </a:cubicBezTo>
                  <a:cubicBezTo>
                    <a:pt x="1557" y="0"/>
                    <a:pt x="0" y="1546"/>
                    <a:pt x="0" y="3453"/>
                  </a:cubicBezTo>
                  <a:cubicBezTo>
                    <a:pt x="0" y="5361"/>
                    <a:pt x="1557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6" name="Google Shape;156;p12"/>
            <p:cNvSpPr/>
            <p:nvPr/>
          </p:nvSpPr>
          <p:spPr>
            <a:xfrm>
              <a:off x="5582704" y="54022"/>
              <a:ext cx="59061" cy="59061"/>
            </a:xfrm>
            <a:custGeom>
              <a:rect b="b" l="l" r="r" t="t"/>
              <a:pathLst>
                <a:path extrusionOk="0" h="7052" w="7052">
                  <a:moveTo>
                    <a:pt x="7052" y="3526"/>
                  </a:moveTo>
                  <a:cubicBezTo>
                    <a:pt x="7052" y="5474"/>
                    <a:pt x="5474" y="7052"/>
                    <a:pt x="3526" y="7052"/>
                  </a:cubicBezTo>
                  <a:cubicBezTo>
                    <a:pt x="1579" y="7052"/>
                    <a:pt x="0" y="5474"/>
                    <a:pt x="0" y="3526"/>
                  </a:cubicBezTo>
                  <a:cubicBezTo>
                    <a:pt x="0" y="1579"/>
                    <a:pt x="1579" y="0"/>
                    <a:pt x="3526" y="0"/>
                  </a:cubicBezTo>
                  <a:cubicBezTo>
                    <a:pt x="5474" y="0"/>
                    <a:pt x="7052" y="1579"/>
                    <a:pt x="7052" y="35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7" name="Google Shape;157;p12"/>
            <p:cNvSpPr/>
            <p:nvPr/>
          </p:nvSpPr>
          <p:spPr>
            <a:xfrm>
              <a:off x="6992956" y="2588940"/>
              <a:ext cx="33165" cy="32931"/>
            </a:xfrm>
            <a:custGeom>
              <a:rect b="b" l="l" r="r" t="t"/>
              <a:pathLst>
                <a:path extrusionOk="0" h="3932" w="3960">
                  <a:moveTo>
                    <a:pt x="1980" y="3933"/>
                  </a:moveTo>
                  <a:cubicBezTo>
                    <a:pt x="3074" y="3933"/>
                    <a:pt x="3960" y="3053"/>
                    <a:pt x="3960" y="1967"/>
                  </a:cubicBezTo>
                  <a:cubicBezTo>
                    <a:pt x="3960" y="881"/>
                    <a:pt x="3074" y="0"/>
                    <a:pt x="1980" y="0"/>
                  </a:cubicBezTo>
                  <a:cubicBezTo>
                    <a:pt x="886" y="0"/>
                    <a:pt x="0" y="881"/>
                    <a:pt x="0" y="1967"/>
                  </a:cubicBezTo>
                  <a:cubicBezTo>
                    <a:pt x="0" y="3053"/>
                    <a:pt x="886" y="3933"/>
                    <a:pt x="1980" y="39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8" name="Google Shape;158;p12"/>
            <p:cNvSpPr/>
            <p:nvPr/>
          </p:nvSpPr>
          <p:spPr>
            <a:xfrm>
              <a:off x="6807945" y="2577419"/>
              <a:ext cx="37210" cy="36942"/>
            </a:xfrm>
            <a:custGeom>
              <a:rect b="b" l="l" r="r" t="t"/>
              <a:pathLst>
                <a:path extrusionOk="0" h="4411" w="4443">
                  <a:moveTo>
                    <a:pt x="2221" y="4412"/>
                  </a:moveTo>
                  <a:cubicBezTo>
                    <a:pt x="3449" y="4412"/>
                    <a:pt x="4443" y="3424"/>
                    <a:pt x="4443" y="2206"/>
                  </a:cubicBezTo>
                  <a:cubicBezTo>
                    <a:pt x="4443" y="988"/>
                    <a:pt x="3449" y="0"/>
                    <a:pt x="2221" y="0"/>
                  </a:cubicBezTo>
                  <a:cubicBezTo>
                    <a:pt x="994" y="0"/>
                    <a:pt x="0" y="988"/>
                    <a:pt x="0" y="2206"/>
                  </a:cubicBezTo>
                  <a:cubicBezTo>
                    <a:pt x="0" y="3424"/>
                    <a:pt x="994" y="4412"/>
                    <a:pt x="2221" y="441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9" name="Google Shape;159;p12"/>
            <p:cNvSpPr/>
            <p:nvPr/>
          </p:nvSpPr>
          <p:spPr>
            <a:xfrm>
              <a:off x="6624946" y="2546942"/>
              <a:ext cx="41255" cy="40971"/>
            </a:xfrm>
            <a:custGeom>
              <a:rect b="b" l="l" r="r" t="t"/>
              <a:pathLst>
                <a:path extrusionOk="0" h="4892" w="4926">
                  <a:moveTo>
                    <a:pt x="2463" y="4892"/>
                  </a:moveTo>
                  <a:cubicBezTo>
                    <a:pt x="3824" y="4892"/>
                    <a:pt x="4926" y="3797"/>
                    <a:pt x="4926" y="2446"/>
                  </a:cubicBezTo>
                  <a:cubicBezTo>
                    <a:pt x="4926" y="1095"/>
                    <a:pt x="3824" y="0"/>
                    <a:pt x="2463" y="0"/>
                  </a:cubicBezTo>
                  <a:cubicBezTo>
                    <a:pt x="1103" y="0"/>
                    <a:pt x="0" y="1095"/>
                    <a:pt x="0" y="2446"/>
                  </a:cubicBezTo>
                  <a:cubicBezTo>
                    <a:pt x="0" y="3797"/>
                    <a:pt x="1103" y="4892"/>
                    <a:pt x="2463" y="48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0" name="Google Shape;160;p12"/>
            <p:cNvSpPr/>
            <p:nvPr/>
          </p:nvSpPr>
          <p:spPr>
            <a:xfrm>
              <a:off x="6445916" y="2497848"/>
              <a:ext cx="45309" cy="44982"/>
            </a:xfrm>
            <a:custGeom>
              <a:rect b="b" l="l" r="r" t="t"/>
              <a:pathLst>
                <a:path extrusionOk="0" h="5371" w="5410">
                  <a:moveTo>
                    <a:pt x="2705" y="5371"/>
                  </a:moveTo>
                  <a:cubicBezTo>
                    <a:pt x="4199" y="5371"/>
                    <a:pt x="5410" y="4169"/>
                    <a:pt x="5410" y="2686"/>
                  </a:cubicBezTo>
                  <a:cubicBezTo>
                    <a:pt x="5410" y="1202"/>
                    <a:pt x="4199" y="0"/>
                    <a:pt x="2705" y="0"/>
                  </a:cubicBezTo>
                  <a:cubicBezTo>
                    <a:pt x="1212" y="0"/>
                    <a:pt x="0" y="1202"/>
                    <a:pt x="0" y="2686"/>
                  </a:cubicBezTo>
                  <a:cubicBezTo>
                    <a:pt x="0" y="4169"/>
                    <a:pt x="1212" y="5371"/>
                    <a:pt x="2705" y="53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1" name="Google Shape;161;p12"/>
            <p:cNvSpPr/>
            <p:nvPr/>
          </p:nvSpPr>
          <p:spPr>
            <a:xfrm>
              <a:off x="6273241" y="2431032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8" y="5756"/>
                  </a:moveTo>
                  <a:cubicBezTo>
                    <a:pt x="4499" y="5756"/>
                    <a:pt x="5796" y="4467"/>
                    <a:pt x="5796" y="2878"/>
                  </a:cubicBezTo>
                  <a:cubicBezTo>
                    <a:pt x="5796" y="1289"/>
                    <a:pt x="4499" y="0"/>
                    <a:pt x="2898" y="0"/>
                  </a:cubicBezTo>
                  <a:cubicBezTo>
                    <a:pt x="1297" y="0"/>
                    <a:pt x="0" y="1289"/>
                    <a:pt x="0" y="2878"/>
                  </a:cubicBezTo>
                  <a:cubicBezTo>
                    <a:pt x="0" y="4467"/>
                    <a:pt x="1297" y="5756"/>
                    <a:pt x="2898" y="575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2" name="Google Shape;162;p12"/>
            <p:cNvSpPr/>
            <p:nvPr/>
          </p:nvSpPr>
          <p:spPr>
            <a:xfrm>
              <a:off x="6108347" y="2346816"/>
              <a:ext cx="51774" cy="51406"/>
            </a:xfrm>
            <a:custGeom>
              <a:rect b="b" l="l" r="r" t="t"/>
              <a:pathLst>
                <a:path extrusionOk="0" h="6138" w="6182">
                  <a:moveTo>
                    <a:pt x="3091" y="6139"/>
                  </a:moveTo>
                  <a:cubicBezTo>
                    <a:pt x="4799" y="6139"/>
                    <a:pt x="6183" y="4765"/>
                    <a:pt x="6183" y="3070"/>
                  </a:cubicBezTo>
                  <a:cubicBezTo>
                    <a:pt x="6183" y="1374"/>
                    <a:pt x="4799" y="0"/>
                    <a:pt x="3091" y="0"/>
                  </a:cubicBezTo>
                  <a:cubicBezTo>
                    <a:pt x="1384" y="0"/>
                    <a:pt x="0" y="1374"/>
                    <a:pt x="0" y="3070"/>
                  </a:cubicBezTo>
                  <a:cubicBezTo>
                    <a:pt x="0" y="4765"/>
                    <a:pt x="1384" y="6139"/>
                    <a:pt x="3091" y="61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3" name="Google Shape;163;p12"/>
            <p:cNvSpPr/>
            <p:nvPr/>
          </p:nvSpPr>
          <p:spPr>
            <a:xfrm>
              <a:off x="5953466" y="2246507"/>
              <a:ext cx="54203" cy="53826"/>
            </a:xfrm>
            <a:custGeom>
              <a:rect b="b" l="l" r="r" t="t"/>
              <a:pathLst>
                <a:path extrusionOk="0" h="6427" w="6472">
                  <a:moveTo>
                    <a:pt x="3236" y="6427"/>
                  </a:moveTo>
                  <a:cubicBezTo>
                    <a:pt x="5023" y="6427"/>
                    <a:pt x="6472" y="4988"/>
                    <a:pt x="6472" y="3214"/>
                  </a:cubicBezTo>
                  <a:cubicBezTo>
                    <a:pt x="6472" y="1439"/>
                    <a:pt x="5023" y="0"/>
                    <a:pt x="3236" y="0"/>
                  </a:cubicBezTo>
                  <a:cubicBezTo>
                    <a:pt x="1449" y="0"/>
                    <a:pt x="0" y="1439"/>
                    <a:pt x="0" y="3214"/>
                  </a:cubicBezTo>
                  <a:cubicBezTo>
                    <a:pt x="0" y="4988"/>
                    <a:pt x="1449" y="6427"/>
                    <a:pt x="3236" y="642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4" name="Google Shape;164;p12"/>
            <p:cNvSpPr/>
            <p:nvPr/>
          </p:nvSpPr>
          <p:spPr>
            <a:xfrm>
              <a:off x="5810655" y="2131612"/>
              <a:ext cx="55015" cy="54622"/>
            </a:xfrm>
            <a:custGeom>
              <a:rect b="b" l="l" r="r" t="t"/>
              <a:pathLst>
                <a:path extrusionOk="0" h="6522" w="6569">
                  <a:moveTo>
                    <a:pt x="3284" y="6523"/>
                  </a:moveTo>
                  <a:cubicBezTo>
                    <a:pt x="5099" y="6523"/>
                    <a:pt x="6569" y="5062"/>
                    <a:pt x="6569" y="3261"/>
                  </a:cubicBezTo>
                  <a:cubicBezTo>
                    <a:pt x="6569" y="1460"/>
                    <a:pt x="5099" y="0"/>
                    <a:pt x="3284" y="0"/>
                  </a:cubicBezTo>
                  <a:cubicBezTo>
                    <a:pt x="1471" y="0"/>
                    <a:pt x="0" y="1460"/>
                    <a:pt x="0" y="3261"/>
                  </a:cubicBezTo>
                  <a:cubicBezTo>
                    <a:pt x="0" y="5062"/>
                    <a:pt x="1471" y="6523"/>
                    <a:pt x="3284" y="652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5" name="Google Shape;165;p12"/>
            <p:cNvSpPr/>
            <p:nvPr/>
          </p:nvSpPr>
          <p:spPr>
            <a:xfrm>
              <a:off x="5680682" y="2002545"/>
              <a:ext cx="55819" cy="55417"/>
            </a:xfrm>
            <a:custGeom>
              <a:rect b="b" l="l" r="r" t="t"/>
              <a:pathLst>
                <a:path extrusionOk="0" h="6617" w="6665">
                  <a:moveTo>
                    <a:pt x="3333" y="6618"/>
                  </a:moveTo>
                  <a:cubicBezTo>
                    <a:pt x="5174" y="6618"/>
                    <a:pt x="6666" y="5137"/>
                    <a:pt x="6666" y="3309"/>
                  </a:cubicBezTo>
                  <a:cubicBezTo>
                    <a:pt x="6666" y="1481"/>
                    <a:pt x="5174" y="0"/>
                    <a:pt x="3333" y="0"/>
                  </a:cubicBezTo>
                  <a:cubicBezTo>
                    <a:pt x="1493" y="0"/>
                    <a:pt x="0" y="1481"/>
                    <a:pt x="0" y="3309"/>
                  </a:cubicBezTo>
                  <a:cubicBezTo>
                    <a:pt x="0" y="5137"/>
                    <a:pt x="1493" y="6618"/>
                    <a:pt x="3333" y="66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5565760" y="1861544"/>
              <a:ext cx="55015" cy="54622"/>
            </a:xfrm>
            <a:custGeom>
              <a:rect b="b" l="l" r="r" t="t"/>
              <a:pathLst>
                <a:path extrusionOk="0" h="6522" w="6569">
                  <a:moveTo>
                    <a:pt x="3285" y="6523"/>
                  </a:moveTo>
                  <a:cubicBezTo>
                    <a:pt x="5099" y="6523"/>
                    <a:pt x="6569" y="5063"/>
                    <a:pt x="6569" y="3261"/>
                  </a:cubicBezTo>
                  <a:cubicBezTo>
                    <a:pt x="6569" y="1460"/>
                    <a:pt x="5099" y="0"/>
                    <a:pt x="3285" y="0"/>
                  </a:cubicBezTo>
                  <a:cubicBezTo>
                    <a:pt x="1471" y="0"/>
                    <a:pt x="0" y="1460"/>
                    <a:pt x="0" y="3261"/>
                  </a:cubicBezTo>
                  <a:cubicBezTo>
                    <a:pt x="0" y="5063"/>
                    <a:pt x="1471" y="6523"/>
                    <a:pt x="3285" y="652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5466374" y="1709342"/>
              <a:ext cx="54203" cy="53826"/>
            </a:xfrm>
            <a:custGeom>
              <a:rect b="b" l="l" r="r" t="t"/>
              <a:pathLst>
                <a:path extrusionOk="0" h="6427" w="6472">
                  <a:moveTo>
                    <a:pt x="3236" y="6428"/>
                  </a:moveTo>
                  <a:cubicBezTo>
                    <a:pt x="5023" y="6428"/>
                    <a:pt x="6472" y="4988"/>
                    <a:pt x="6472" y="3214"/>
                  </a:cubicBezTo>
                  <a:cubicBezTo>
                    <a:pt x="6472" y="1439"/>
                    <a:pt x="5023" y="0"/>
                    <a:pt x="3236" y="0"/>
                  </a:cubicBezTo>
                  <a:cubicBezTo>
                    <a:pt x="1449" y="0"/>
                    <a:pt x="0" y="1439"/>
                    <a:pt x="0" y="3214"/>
                  </a:cubicBezTo>
                  <a:cubicBezTo>
                    <a:pt x="0" y="4988"/>
                    <a:pt x="1449" y="6428"/>
                    <a:pt x="3236" y="642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8" name="Google Shape;168;p12"/>
            <p:cNvSpPr/>
            <p:nvPr/>
          </p:nvSpPr>
          <p:spPr>
            <a:xfrm>
              <a:off x="5383584" y="1547631"/>
              <a:ext cx="53399" cy="53022"/>
            </a:xfrm>
            <a:custGeom>
              <a:rect b="b" l="l" r="r" t="t"/>
              <a:pathLst>
                <a:path extrusionOk="0" h="6331" w="6376">
                  <a:moveTo>
                    <a:pt x="3188" y="6331"/>
                  </a:moveTo>
                  <a:cubicBezTo>
                    <a:pt x="4949" y="6331"/>
                    <a:pt x="6376" y="4914"/>
                    <a:pt x="6376" y="3165"/>
                  </a:cubicBezTo>
                  <a:cubicBezTo>
                    <a:pt x="6376" y="1417"/>
                    <a:pt x="4949" y="0"/>
                    <a:pt x="3188" y="0"/>
                  </a:cubicBezTo>
                  <a:cubicBezTo>
                    <a:pt x="1428" y="0"/>
                    <a:pt x="0" y="1417"/>
                    <a:pt x="0" y="3165"/>
                  </a:cubicBezTo>
                  <a:cubicBezTo>
                    <a:pt x="0" y="4914"/>
                    <a:pt x="1428" y="6331"/>
                    <a:pt x="3188" y="63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9" name="Google Shape;169;p12"/>
            <p:cNvSpPr/>
            <p:nvPr/>
          </p:nvSpPr>
          <p:spPr>
            <a:xfrm>
              <a:off x="5317519" y="1377360"/>
              <a:ext cx="54203" cy="53818"/>
            </a:xfrm>
            <a:custGeom>
              <a:rect b="b" l="l" r="r" t="t"/>
              <a:pathLst>
                <a:path extrusionOk="0" h="6426" w="6472">
                  <a:moveTo>
                    <a:pt x="3237" y="6426"/>
                  </a:moveTo>
                  <a:cubicBezTo>
                    <a:pt x="5023" y="6426"/>
                    <a:pt x="6472" y="4988"/>
                    <a:pt x="6472" y="3214"/>
                  </a:cubicBezTo>
                  <a:cubicBezTo>
                    <a:pt x="6472" y="1438"/>
                    <a:pt x="5023" y="0"/>
                    <a:pt x="3237" y="0"/>
                  </a:cubicBezTo>
                  <a:cubicBezTo>
                    <a:pt x="1449" y="0"/>
                    <a:pt x="0" y="1438"/>
                    <a:pt x="0" y="3214"/>
                  </a:cubicBezTo>
                  <a:cubicBezTo>
                    <a:pt x="0" y="4988"/>
                    <a:pt x="1449" y="6426"/>
                    <a:pt x="3237" y="64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0" name="Google Shape;170;p12"/>
            <p:cNvSpPr/>
            <p:nvPr/>
          </p:nvSpPr>
          <p:spPr>
            <a:xfrm>
              <a:off x="5269294" y="1200808"/>
              <a:ext cx="55819" cy="55417"/>
            </a:xfrm>
            <a:custGeom>
              <a:rect b="b" l="l" r="r" t="t"/>
              <a:pathLst>
                <a:path extrusionOk="0" h="6617" w="6665">
                  <a:moveTo>
                    <a:pt x="3333" y="6618"/>
                  </a:moveTo>
                  <a:cubicBezTo>
                    <a:pt x="5173" y="6618"/>
                    <a:pt x="6666" y="5137"/>
                    <a:pt x="6666" y="3309"/>
                  </a:cubicBezTo>
                  <a:cubicBezTo>
                    <a:pt x="6666" y="1481"/>
                    <a:pt x="5173" y="0"/>
                    <a:pt x="3333" y="0"/>
                  </a:cubicBezTo>
                  <a:cubicBezTo>
                    <a:pt x="1492" y="0"/>
                    <a:pt x="0" y="1481"/>
                    <a:pt x="0" y="3309"/>
                  </a:cubicBezTo>
                  <a:cubicBezTo>
                    <a:pt x="0" y="5137"/>
                    <a:pt x="1492" y="6618"/>
                    <a:pt x="3333" y="66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1" name="Google Shape;171;p12"/>
            <p:cNvSpPr/>
            <p:nvPr/>
          </p:nvSpPr>
          <p:spPr>
            <a:xfrm>
              <a:off x="5238999" y="1019272"/>
              <a:ext cx="59061" cy="59060"/>
            </a:xfrm>
            <a:custGeom>
              <a:rect b="b" l="l" r="r" t="t"/>
              <a:pathLst>
                <a:path extrusionOk="0" h="7052" w="7052">
                  <a:moveTo>
                    <a:pt x="7052" y="3526"/>
                  </a:moveTo>
                  <a:cubicBezTo>
                    <a:pt x="7052" y="5474"/>
                    <a:pt x="5474" y="7052"/>
                    <a:pt x="3526" y="7052"/>
                  </a:cubicBezTo>
                  <a:cubicBezTo>
                    <a:pt x="1579" y="7052"/>
                    <a:pt x="0" y="5474"/>
                    <a:pt x="0" y="3526"/>
                  </a:cubicBezTo>
                  <a:cubicBezTo>
                    <a:pt x="0" y="1579"/>
                    <a:pt x="1579" y="0"/>
                    <a:pt x="3526" y="0"/>
                  </a:cubicBezTo>
                  <a:cubicBezTo>
                    <a:pt x="5474" y="0"/>
                    <a:pt x="7052" y="1579"/>
                    <a:pt x="7052" y="35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2" name="Google Shape;172;p12"/>
            <p:cNvSpPr/>
            <p:nvPr/>
          </p:nvSpPr>
          <p:spPr>
            <a:xfrm>
              <a:off x="5228200" y="836584"/>
              <a:ext cx="61481" cy="61045"/>
            </a:xfrm>
            <a:custGeom>
              <a:rect b="b" l="l" r="r" t="t"/>
              <a:pathLst>
                <a:path extrusionOk="0" h="7289" w="7341">
                  <a:moveTo>
                    <a:pt x="3671" y="7289"/>
                  </a:moveTo>
                  <a:cubicBezTo>
                    <a:pt x="5699" y="7289"/>
                    <a:pt x="7342" y="5658"/>
                    <a:pt x="7342" y="3645"/>
                  </a:cubicBezTo>
                  <a:cubicBezTo>
                    <a:pt x="7342" y="1632"/>
                    <a:pt x="5699" y="0"/>
                    <a:pt x="3671" y="0"/>
                  </a:cubicBezTo>
                  <a:cubicBezTo>
                    <a:pt x="1644" y="0"/>
                    <a:pt x="0" y="1632"/>
                    <a:pt x="0" y="3645"/>
                  </a:cubicBezTo>
                  <a:cubicBezTo>
                    <a:pt x="0" y="5658"/>
                    <a:pt x="1644" y="7289"/>
                    <a:pt x="3671" y="72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3" name="Google Shape;173;p12"/>
            <p:cNvSpPr/>
            <p:nvPr/>
          </p:nvSpPr>
          <p:spPr>
            <a:xfrm>
              <a:off x="5236567" y="653439"/>
              <a:ext cx="63910" cy="63910"/>
            </a:xfrm>
            <a:custGeom>
              <a:rect b="b" l="l" r="r" t="t"/>
              <a:pathLst>
                <a:path extrusionOk="0" h="7631" w="7631">
                  <a:moveTo>
                    <a:pt x="7631" y="3816"/>
                  </a:moveTo>
                  <a:cubicBezTo>
                    <a:pt x="7631" y="5923"/>
                    <a:pt x="5923" y="7631"/>
                    <a:pt x="3816" y="7631"/>
                  </a:cubicBezTo>
                  <a:cubicBezTo>
                    <a:pt x="1708" y="7631"/>
                    <a:pt x="0" y="5923"/>
                    <a:pt x="0" y="3816"/>
                  </a:cubicBezTo>
                  <a:cubicBezTo>
                    <a:pt x="0" y="1708"/>
                    <a:pt x="1708" y="0"/>
                    <a:pt x="3816" y="0"/>
                  </a:cubicBezTo>
                  <a:cubicBezTo>
                    <a:pt x="5923" y="0"/>
                    <a:pt x="7631" y="1708"/>
                    <a:pt x="7631" y="381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5264438" y="473156"/>
              <a:ext cx="65526" cy="65074"/>
            </a:xfrm>
            <a:custGeom>
              <a:rect b="b" l="l" r="r" t="t"/>
              <a:pathLst>
                <a:path extrusionOk="0" h="7770" w="7824">
                  <a:moveTo>
                    <a:pt x="3913" y="7770"/>
                  </a:moveTo>
                  <a:cubicBezTo>
                    <a:pt x="6073" y="7770"/>
                    <a:pt x="7825" y="6031"/>
                    <a:pt x="7825" y="3885"/>
                  </a:cubicBezTo>
                  <a:cubicBezTo>
                    <a:pt x="7825" y="1739"/>
                    <a:pt x="6073" y="0"/>
                    <a:pt x="3913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1"/>
                    <a:pt x="1752" y="7770"/>
                    <a:pt x="3913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5311456" y="296997"/>
              <a:ext cx="66338" cy="65878"/>
            </a:xfrm>
            <a:custGeom>
              <a:rect b="b" l="l" r="r" t="t"/>
              <a:pathLst>
                <a:path extrusionOk="0" h="7866" w="7921">
                  <a:moveTo>
                    <a:pt x="3961" y="7867"/>
                  </a:moveTo>
                  <a:cubicBezTo>
                    <a:pt x="6148" y="7867"/>
                    <a:pt x="7922" y="6106"/>
                    <a:pt x="7922" y="3933"/>
                  </a:cubicBezTo>
                  <a:cubicBezTo>
                    <a:pt x="7922" y="1761"/>
                    <a:pt x="6148" y="0"/>
                    <a:pt x="3961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6"/>
                    <a:pt x="1774" y="7867"/>
                    <a:pt x="3961" y="7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5376708" y="126726"/>
              <a:ext cx="67151" cy="66673"/>
            </a:xfrm>
            <a:custGeom>
              <a:rect b="b" l="l" r="r" t="t"/>
              <a:pathLst>
                <a:path extrusionOk="0" h="7961" w="8018">
                  <a:moveTo>
                    <a:pt x="4009" y="7962"/>
                  </a:moveTo>
                  <a:cubicBezTo>
                    <a:pt x="6224" y="7962"/>
                    <a:pt x="8018" y="6180"/>
                    <a:pt x="8018" y="3981"/>
                  </a:cubicBezTo>
                  <a:cubicBezTo>
                    <a:pt x="8018" y="1782"/>
                    <a:pt x="6224" y="0"/>
                    <a:pt x="4009" y="0"/>
                  </a:cubicBezTo>
                  <a:cubicBezTo>
                    <a:pt x="1795" y="0"/>
                    <a:pt x="0" y="1782"/>
                    <a:pt x="0" y="3981"/>
                  </a:cubicBezTo>
                  <a:cubicBezTo>
                    <a:pt x="0" y="6180"/>
                    <a:pt x="1795" y="7962"/>
                    <a:pt x="4009" y="79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7" name="Google Shape;177;p12"/>
            <p:cNvSpPr/>
            <p:nvPr/>
          </p:nvSpPr>
          <p:spPr>
            <a:xfrm>
              <a:off x="6851946" y="2725250"/>
              <a:ext cx="40451" cy="40158"/>
            </a:xfrm>
            <a:custGeom>
              <a:rect b="b" l="l" r="r" t="t"/>
              <a:pathLst>
                <a:path extrusionOk="0" h="4795" w="4830">
                  <a:moveTo>
                    <a:pt x="2416" y="4796"/>
                  </a:moveTo>
                  <a:cubicBezTo>
                    <a:pt x="3749" y="4796"/>
                    <a:pt x="4830" y="3722"/>
                    <a:pt x="4830" y="2398"/>
                  </a:cubicBezTo>
                  <a:cubicBezTo>
                    <a:pt x="4830" y="1073"/>
                    <a:pt x="3749" y="0"/>
                    <a:pt x="2416" y="0"/>
                  </a:cubicBezTo>
                  <a:cubicBezTo>
                    <a:pt x="1081" y="0"/>
                    <a:pt x="0" y="1073"/>
                    <a:pt x="0" y="2398"/>
                  </a:cubicBezTo>
                  <a:cubicBezTo>
                    <a:pt x="0" y="3722"/>
                    <a:pt x="1081" y="4796"/>
                    <a:pt x="2416" y="47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6667603" y="2700899"/>
              <a:ext cx="45300" cy="44990"/>
            </a:xfrm>
            <a:custGeom>
              <a:rect b="b" l="l" r="r" t="t"/>
              <a:pathLst>
                <a:path extrusionOk="0" h="5372" w="5409">
                  <a:moveTo>
                    <a:pt x="2705" y="5372"/>
                  </a:moveTo>
                  <a:cubicBezTo>
                    <a:pt x="4199" y="5372"/>
                    <a:pt x="5409" y="4169"/>
                    <a:pt x="5409" y="2686"/>
                  </a:cubicBezTo>
                  <a:cubicBezTo>
                    <a:pt x="5409" y="1203"/>
                    <a:pt x="4199" y="0"/>
                    <a:pt x="2705" y="0"/>
                  </a:cubicBezTo>
                  <a:cubicBezTo>
                    <a:pt x="1211" y="0"/>
                    <a:pt x="0" y="1203"/>
                    <a:pt x="0" y="2686"/>
                  </a:cubicBezTo>
                  <a:cubicBezTo>
                    <a:pt x="0" y="4169"/>
                    <a:pt x="1211" y="5372"/>
                    <a:pt x="2705" y="53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6486643" y="2659623"/>
              <a:ext cx="49354" cy="49010"/>
            </a:xfrm>
            <a:custGeom>
              <a:rect b="b" l="l" r="r" t="t"/>
              <a:pathLst>
                <a:path extrusionOk="0" h="5852" w="5893">
                  <a:moveTo>
                    <a:pt x="2946" y="5852"/>
                  </a:moveTo>
                  <a:cubicBezTo>
                    <a:pt x="4574" y="5852"/>
                    <a:pt x="5893" y="4542"/>
                    <a:pt x="5893" y="2926"/>
                  </a:cubicBezTo>
                  <a:cubicBezTo>
                    <a:pt x="5893" y="1311"/>
                    <a:pt x="4574" y="0"/>
                    <a:pt x="2946" y="0"/>
                  </a:cubicBezTo>
                  <a:cubicBezTo>
                    <a:pt x="1319" y="0"/>
                    <a:pt x="0" y="1311"/>
                    <a:pt x="0" y="2926"/>
                  </a:cubicBezTo>
                  <a:cubicBezTo>
                    <a:pt x="0" y="4542"/>
                    <a:pt x="1319" y="5852"/>
                    <a:pt x="2946" y="585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6310338" y="2601385"/>
              <a:ext cx="53399" cy="53022"/>
            </a:xfrm>
            <a:custGeom>
              <a:rect b="b" l="l" r="r" t="t"/>
              <a:pathLst>
                <a:path extrusionOk="0" h="6331" w="6376">
                  <a:moveTo>
                    <a:pt x="3188" y="6331"/>
                  </a:moveTo>
                  <a:cubicBezTo>
                    <a:pt x="4949" y="6331"/>
                    <a:pt x="6376" y="4914"/>
                    <a:pt x="6376" y="3165"/>
                  </a:cubicBezTo>
                  <a:cubicBezTo>
                    <a:pt x="6376" y="1417"/>
                    <a:pt x="4949" y="0"/>
                    <a:pt x="3188" y="0"/>
                  </a:cubicBezTo>
                  <a:cubicBezTo>
                    <a:pt x="1428" y="0"/>
                    <a:pt x="0" y="1417"/>
                    <a:pt x="0" y="3165"/>
                  </a:cubicBezTo>
                  <a:cubicBezTo>
                    <a:pt x="0" y="4914"/>
                    <a:pt x="1428" y="6331"/>
                    <a:pt x="3188" y="63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6140717" y="2527118"/>
              <a:ext cx="56632" cy="56230"/>
            </a:xfrm>
            <a:custGeom>
              <a:rect b="b" l="l" r="r" t="t"/>
              <a:pathLst>
                <a:path extrusionOk="0" h="6714" w="6762">
                  <a:moveTo>
                    <a:pt x="3381" y="6714"/>
                  </a:moveTo>
                  <a:cubicBezTo>
                    <a:pt x="5249" y="6714"/>
                    <a:pt x="6763" y="5211"/>
                    <a:pt x="6763" y="3357"/>
                  </a:cubicBezTo>
                  <a:cubicBezTo>
                    <a:pt x="6763" y="1503"/>
                    <a:pt x="5249" y="0"/>
                    <a:pt x="3381" y="0"/>
                  </a:cubicBezTo>
                  <a:cubicBezTo>
                    <a:pt x="1514" y="0"/>
                    <a:pt x="0" y="1503"/>
                    <a:pt x="0" y="3357"/>
                  </a:cubicBezTo>
                  <a:cubicBezTo>
                    <a:pt x="0" y="5211"/>
                    <a:pt x="1514" y="6714"/>
                    <a:pt x="3381" y="671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5978941" y="2437077"/>
              <a:ext cx="59864" cy="59437"/>
            </a:xfrm>
            <a:custGeom>
              <a:rect b="b" l="l" r="r" t="t"/>
              <a:pathLst>
                <a:path extrusionOk="0" h="7097" w="7148">
                  <a:moveTo>
                    <a:pt x="3575" y="7098"/>
                  </a:moveTo>
                  <a:cubicBezTo>
                    <a:pt x="5548" y="7098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5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8"/>
                    <a:pt x="3575" y="70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5826922" y="2332497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5686461" y="2214759"/>
              <a:ext cx="63106" cy="62653"/>
            </a:xfrm>
            <a:custGeom>
              <a:rect b="b" l="l" r="r" t="t"/>
              <a:pathLst>
                <a:path extrusionOk="0" h="7481" w="7535">
                  <a:moveTo>
                    <a:pt x="3767" y="7482"/>
                  </a:moveTo>
                  <a:cubicBezTo>
                    <a:pt x="5848" y="7482"/>
                    <a:pt x="7535" y="5807"/>
                    <a:pt x="7535" y="3740"/>
                  </a:cubicBezTo>
                  <a:cubicBezTo>
                    <a:pt x="7535" y="1675"/>
                    <a:pt x="5848" y="0"/>
                    <a:pt x="3767" y="0"/>
                  </a:cubicBezTo>
                  <a:cubicBezTo>
                    <a:pt x="1687" y="0"/>
                    <a:pt x="0" y="1675"/>
                    <a:pt x="0" y="3740"/>
                  </a:cubicBezTo>
                  <a:cubicBezTo>
                    <a:pt x="0" y="5807"/>
                    <a:pt x="1687" y="7482"/>
                    <a:pt x="3767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5558857" y="2084941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19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19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19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5444511" y="1943264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5345308" y="1792480"/>
              <a:ext cx="59052" cy="58633"/>
            </a:xfrm>
            <a:custGeom>
              <a:rect b="b" l="l" r="r" t="t"/>
              <a:pathLst>
                <a:path extrusionOk="0" h="7001" w="7051">
                  <a:moveTo>
                    <a:pt x="3525" y="7002"/>
                  </a:moveTo>
                  <a:cubicBezTo>
                    <a:pt x="5473" y="7002"/>
                    <a:pt x="7051" y="5435"/>
                    <a:pt x="7051" y="3501"/>
                  </a:cubicBezTo>
                  <a:cubicBezTo>
                    <a:pt x="7051" y="1567"/>
                    <a:pt x="5473" y="0"/>
                    <a:pt x="3525" y="0"/>
                  </a:cubicBezTo>
                  <a:cubicBezTo>
                    <a:pt x="1578" y="0"/>
                    <a:pt x="0" y="1567"/>
                    <a:pt x="0" y="3501"/>
                  </a:cubicBezTo>
                  <a:cubicBezTo>
                    <a:pt x="0" y="5435"/>
                    <a:pt x="1578" y="7002"/>
                    <a:pt x="3525" y="70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5260552" y="1631755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0"/>
                    <a:pt x="6955" y="3453"/>
                  </a:cubicBezTo>
                  <a:cubicBezTo>
                    <a:pt x="6955" y="1546"/>
                    <a:pt x="5398" y="0"/>
                    <a:pt x="3478" y="0"/>
                  </a:cubicBezTo>
                  <a:cubicBezTo>
                    <a:pt x="1557" y="0"/>
                    <a:pt x="0" y="1546"/>
                    <a:pt x="0" y="3453"/>
                  </a:cubicBezTo>
                  <a:cubicBezTo>
                    <a:pt x="0" y="5360"/>
                    <a:pt x="1557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5191441" y="1463213"/>
              <a:ext cx="58257" cy="57838"/>
            </a:xfrm>
            <a:custGeom>
              <a:rect b="b" l="l" r="r" t="t"/>
              <a:pathLst>
                <a:path extrusionOk="0" h="6906" w="6956">
                  <a:moveTo>
                    <a:pt x="3479" y="6907"/>
                  </a:moveTo>
                  <a:cubicBezTo>
                    <a:pt x="5399" y="6907"/>
                    <a:pt x="6956" y="5361"/>
                    <a:pt x="6956" y="3454"/>
                  </a:cubicBezTo>
                  <a:cubicBezTo>
                    <a:pt x="6956" y="1546"/>
                    <a:pt x="5399" y="0"/>
                    <a:pt x="3479" y="0"/>
                  </a:cubicBezTo>
                  <a:cubicBezTo>
                    <a:pt x="1557" y="0"/>
                    <a:pt x="0" y="1546"/>
                    <a:pt x="0" y="3454"/>
                  </a:cubicBezTo>
                  <a:cubicBezTo>
                    <a:pt x="0" y="5361"/>
                    <a:pt x="1557" y="6907"/>
                    <a:pt x="3479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5138233" y="1287840"/>
              <a:ext cx="59873" cy="59873"/>
            </a:xfrm>
            <a:custGeom>
              <a:rect b="b" l="l" r="r" t="t"/>
              <a:pathLst>
                <a:path extrusionOk="0" h="7149" w="7149">
                  <a:moveTo>
                    <a:pt x="7149" y="3575"/>
                  </a:moveTo>
                  <a:cubicBezTo>
                    <a:pt x="7149" y="5549"/>
                    <a:pt x="5549" y="7149"/>
                    <a:pt x="3575" y="7149"/>
                  </a:cubicBezTo>
                  <a:cubicBezTo>
                    <a:pt x="1600" y="7149"/>
                    <a:pt x="0" y="5549"/>
                    <a:pt x="0" y="3575"/>
                  </a:cubicBezTo>
                  <a:cubicBezTo>
                    <a:pt x="0" y="1600"/>
                    <a:pt x="1600" y="0"/>
                    <a:pt x="3575" y="0"/>
                  </a:cubicBezTo>
                  <a:cubicBezTo>
                    <a:pt x="5549" y="0"/>
                    <a:pt x="7149" y="1600"/>
                    <a:pt x="7149" y="3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5101410" y="1107868"/>
              <a:ext cx="63106" cy="62653"/>
            </a:xfrm>
            <a:custGeom>
              <a:rect b="b" l="l" r="r" t="t"/>
              <a:pathLst>
                <a:path extrusionOk="0" h="7481" w="7535">
                  <a:moveTo>
                    <a:pt x="3768" y="7482"/>
                  </a:moveTo>
                  <a:cubicBezTo>
                    <a:pt x="5848" y="7482"/>
                    <a:pt x="7535" y="5807"/>
                    <a:pt x="7535" y="3741"/>
                  </a:cubicBezTo>
                  <a:cubicBezTo>
                    <a:pt x="7535" y="1674"/>
                    <a:pt x="5848" y="0"/>
                    <a:pt x="3768" y="0"/>
                  </a:cubicBezTo>
                  <a:cubicBezTo>
                    <a:pt x="1687" y="0"/>
                    <a:pt x="0" y="1674"/>
                    <a:pt x="0" y="3741"/>
                  </a:cubicBezTo>
                  <a:cubicBezTo>
                    <a:pt x="0" y="5807"/>
                    <a:pt x="1687" y="7482"/>
                    <a:pt x="3768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5082098" y="925153"/>
              <a:ext cx="66338" cy="65869"/>
            </a:xfrm>
            <a:custGeom>
              <a:rect b="b" l="l" r="r" t="t"/>
              <a:pathLst>
                <a:path extrusionOk="0" h="7865" w="7921">
                  <a:moveTo>
                    <a:pt x="3961" y="7866"/>
                  </a:moveTo>
                  <a:cubicBezTo>
                    <a:pt x="6148" y="7866"/>
                    <a:pt x="7922" y="6105"/>
                    <a:pt x="7922" y="3933"/>
                  </a:cubicBezTo>
                  <a:cubicBezTo>
                    <a:pt x="7922" y="1760"/>
                    <a:pt x="6148" y="0"/>
                    <a:pt x="3961" y="0"/>
                  </a:cubicBezTo>
                  <a:cubicBezTo>
                    <a:pt x="1774" y="0"/>
                    <a:pt x="0" y="1760"/>
                    <a:pt x="0" y="3933"/>
                  </a:cubicBezTo>
                  <a:cubicBezTo>
                    <a:pt x="0" y="6105"/>
                    <a:pt x="1774" y="7866"/>
                    <a:pt x="3961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5080891" y="741980"/>
              <a:ext cx="68767" cy="68281"/>
            </a:xfrm>
            <a:custGeom>
              <a:rect b="b" l="l" r="r" t="t"/>
              <a:pathLst>
                <a:path extrusionOk="0" h="8153" w="8211">
                  <a:moveTo>
                    <a:pt x="4106" y="8153"/>
                  </a:moveTo>
                  <a:cubicBezTo>
                    <a:pt x="6373" y="8153"/>
                    <a:pt x="8211" y="6328"/>
                    <a:pt x="8211" y="4077"/>
                  </a:cubicBezTo>
                  <a:cubicBezTo>
                    <a:pt x="8211" y="1826"/>
                    <a:pt x="6373" y="0"/>
                    <a:pt x="4106" y="0"/>
                  </a:cubicBezTo>
                  <a:cubicBezTo>
                    <a:pt x="1838" y="0"/>
                    <a:pt x="0" y="1826"/>
                    <a:pt x="0" y="4077"/>
                  </a:cubicBezTo>
                  <a:cubicBezTo>
                    <a:pt x="0" y="6328"/>
                    <a:pt x="1838" y="8153"/>
                    <a:pt x="4106" y="8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5097359" y="559658"/>
              <a:ext cx="71196" cy="70693"/>
            </a:xfrm>
            <a:custGeom>
              <a:rect b="b" l="l" r="r" t="t"/>
              <a:pathLst>
                <a:path extrusionOk="0" h="8441" w="8501">
                  <a:moveTo>
                    <a:pt x="4251" y="8442"/>
                  </a:moveTo>
                  <a:cubicBezTo>
                    <a:pt x="6598" y="8442"/>
                    <a:pt x="8501" y="6552"/>
                    <a:pt x="8501" y="4221"/>
                  </a:cubicBezTo>
                  <a:cubicBezTo>
                    <a:pt x="8501" y="1890"/>
                    <a:pt x="6598" y="0"/>
                    <a:pt x="4251" y="0"/>
                  </a:cubicBezTo>
                  <a:cubicBezTo>
                    <a:pt x="1903" y="0"/>
                    <a:pt x="0" y="1890"/>
                    <a:pt x="0" y="4221"/>
                  </a:cubicBezTo>
                  <a:cubicBezTo>
                    <a:pt x="0" y="6552"/>
                    <a:pt x="1903" y="8442"/>
                    <a:pt x="4251" y="844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5131759" y="380280"/>
              <a:ext cx="72812" cy="72301"/>
            </a:xfrm>
            <a:custGeom>
              <a:rect b="b" l="l" r="r" t="t"/>
              <a:pathLst>
                <a:path extrusionOk="0" h="8633" w="8694">
                  <a:moveTo>
                    <a:pt x="4347" y="8633"/>
                  </a:moveTo>
                  <a:cubicBezTo>
                    <a:pt x="6748" y="8633"/>
                    <a:pt x="8694" y="6701"/>
                    <a:pt x="8694" y="4317"/>
                  </a:cubicBezTo>
                  <a:cubicBezTo>
                    <a:pt x="8694" y="1933"/>
                    <a:pt x="6748" y="0"/>
                    <a:pt x="4347" y="0"/>
                  </a:cubicBezTo>
                  <a:cubicBezTo>
                    <a:pt x="1946" y="0"/>
                    <a:pt x="0" y="1933"/>
                    <a:pt x="0" y="4317"/>
                  </a:cubicBezTo>
                  <a:cubicBezTo>
                    <a:pt x="0" y="6701"/>
                    <a:pt x="1946" y="8633"/>
                    <a:pt x="4347" y="86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183761" y="205511"/>
              <a:ext cx="73616" cy="73105"/>
            </a:xfrm>
            <a:custGeom>
              <a:rect b="b" l="l" r="r" t="t"/>
              <a:pathLst>
                <a:path extrusionOk="0" h="8729" w="8790">
                  <a:moveTo>
                    <a:pt x="4396" y="8730"/>
                  </a:moveTo>
                  <a:cubicBezTo>
                    <a:pt x="6823" y="8730"/>
                    <a:pt x="8791" y="6775"/>
                    <a:pt x="8791" y="4364"/>
                  </a:cubicBezTo>
                  <a:cubicBezTo>
                    <a:pt x="8791" y="1955"/>
                    <a:pt x="6823" y="0"/>
                    <a:pt x="4396" y="0"/>
                  </a:cubicBezTo>
                  <a:cubicBezTo>
                    <a:pt x="1968" y="0"/>
                    <a:pt x="0" y="1955"/>
                    <a:pt x="0" y="4364"/>
                  </a:cubicBezTo>
                  <a:cubicBezTo>
                    <a:pt x="0" y="6775"/>
                    <a:pt x="1968" y="8730"/>
                    <a:pt x="4396" y="87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5252853" y="36987"/>
              <a:ext cx="73625" cy="73097"/>
            </a:xfrm>
            <a:custGeom>
              <a:rect b="b" l="l" r="r" t="t"/>
              <a:pathLst>
                <a:path extrusionOk="0" h="8728" w="8791">
                  <a:moveTo>
                    <a:pt x="4396" y="8729"/>
                  </a:moveTo>
                  <a:cubicBezTo>
                    <a:pt x="6824" y="8729"/>
                    <a:pt x="8792" y="6775"/>
                    <a:pt x="8792" y="4364"/>
                  </a:cubicBezTo>
                  <a:cubicBezTo>
                    <a:pt x="8792" y="1954"/>
                    <a:pt x="6824" y="0"/>
                    <a:pt x="4396" y="0"/>
                  </a:cubicBezTo>
                  <a:cubicBezTo>
                    <a:pt x="1968" y="0"/>
                    <a:pt x="0" y="1954"/>
                    <a:pt x="0" y="4364"/>
                  </a:cubicBezTo>
                  <a:cubicBezTo>
                    <a:pt x="0" y="6775"/>
                    <a:pt x="1968" y="8729"/>
                    <a:pt x="4396" y="87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6896477" y="2871801"/>
              <a:ext cx="42872" cy="42570"/>
            </a:xfrm>
            <a:custGeom>
              <a:rect b="b" l="l" r="r" t="t"/>
              <a:pathLst>
                <a:path extrusionOk="0" h="5083" w="5119">
                  <a:moveTo>
                    <a:pt x="2559" y="5083"/>
                  </a:moveTo>
                  <a:cubicBezTo>
                    <a:pt x="3974" y="5083"/>
                    <a:pt x="5120" y="3946"/>
                    <a:pt x="5120" y="2542"/>
                  </a:cubicBezTo>
                  <a:cubicBezTo>
                    <a:pt x="5120" y="1138"/>
                    <a:pt x="3974" y="0"/>
                    <a:pt x="2559" y="0"/>
                  </a:cubicBezTo>
                  <a:cubicBezTo>
                    <a:pt x="1146" y="0"/>
                    <a:pt x="0" y="1138"/>
                    <a:pt x="0" y="2542"/>
                  </a:cubicBezTo>
                  <a:cubicBezTo>
                    <a:pt x="0" y="3946"/>
                    <a:pt x="1146" y="5083"/>
                    <a:pt x="2559" y="508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711513" y="2852918"/>
              <a:ext cx="47729" cy="47729"/>
            </a:xfrm>
            <a:custGeom>
              <a:rect b="b" l="l" r="r" t="t"/>
              <a:pathLst>
                <a:path extrusionOk="0" h="5699" w="5699">
                  <a:moveTo>
                    <a:pt x="5700" y="2850"/>
                  </a:moveTo>
                  <a:cubicBezTo>
                    <a:pt x="5700" y="4424"/>
                    <a:pt x="4424" y="5700"/>
                    <a:pt x="2850" y="5700"/>
                  </a:cubicBezTo>
                  <a:cubicBezTo>
                    <a:pt x="1276" y="5700"/>
                    <a:pt x="0" y="4424"/>
                    <a:pt x="0" y="2850"/>
                  </a:cubicBezTo>
                  <a:cubicBezTo>
                    <a:pt x="0" y="1276"/>
                    <a:pt x="1276" y="0"/>
                    <a:pt x="2850" y="0"/>
                  </a:cubicBezTo>
                  <a:cubicBezTo>
                    <a:pt x="4424" y="0"/>
                    <a:pt x="5700" y="1276"/>
                    <a:pt x="5700" y="28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529181" y="2818583"/>
              <a:ext cx="51774" cy="51406"/>
            </a:xfrm>
            <a:custGeom>
              <a:rect b="b" l="l" r="r" t="t"/>
              <a:pathLst>
                <a:path extrusionOk="0" h="6138" w="6182">
                  <a:moveTo>
                    <a:pt x="3092" y="6139"/>
                  </a:moveTo>
                  <a:cubicBezTo>
                    <a:pt x="4799" y="6139"/>
                    <a:pt x="6183" y="4765"/>
                    <a:pt x="6183" y="3070"/>
                  </a:cubicBezTo>
                  <a:cubicBezTo>
                    <a:pt x="6183" y="1374"/>
                    <a:pt x="4799" y="0"/>
                    <a:pt x="3092" y="0"/>
                  </a:cubicBezTo>
                  <a:cubicBezTo>
                    <a:pt x="1384" y="0"/>
                    <a:pt x="0" y="1374"/>
                    <a:pt x="0" y="3070"/>
                  </a:cubicBezTo>
                  <a:cubicBezTo>
                    <a:pt x="0" y="4765"/>
                    <a:pt x="1384" y="6139"/>
                    <a:pt x="3092" y="61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350508" y="2767961"/>
              <a:ext cx="55819" cy="55819"/>
            </a:xfrm>
            <a:custGeom>
              <a:rect b="b" l="l" r="r" t="t"/>
              <a:pathLst>
                <a:path extrusionOk="0" h="6665" w="6665">
                  <a:moveTo>
                    <a:pt x="6666" y="3333"/>
                  </a:moveTo>
                  <a:cubicBezTo>
                    <a:pt x="6666" y="5173"/>
                    <a:pt x="5173" y="6666"/>
                    <a:pt x="3333" y="6666"/>
                  </a:cubicBezTo>
                  <a:cubicBezTo>
                    <a:pt x="1492" y="6666"/>
                    <a:pt x="0" y="5173"/>
                    <a:pt x="0" y="3333"/>
                  </a:cubicBezTo>
                  <a:cubicBezTo>
                    <a:pt x="0" y="1492"/>
                    <a:pt x="1492" y="0"/>
                    <a:pt x="3333" y="0"/>
                  </a:cubicBezTo>
                  <a:cubicBezTo>
                    <a:pt x="5173" y="0"/>
                    <a:pt x="6666" y="1492"/>
                    <a:pt x="6666" y="33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176909" y="2702207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4" y="7099"/>
                  </a:moveTo>
                  <a:cubicBezTo>
                    <a:pt x="5548" y="7099"/>
                    <a:pt x="7149" y="5510"/>
                    <a:pt x="7149" y="3550"/>
                  </a:cubicBezTo>
                  <a:cubicBezTo>
                    <a:pt x="7149" y="1590"/>
                    <a:pt x="5548" y="0"/>
                    <a:pt x="3574" y="0"/>
                  </a:cubicBezTo>
                  <a:cubicBezTo>
                    <a:pt x="1600" y="0"/>
                    <a:pt x="0" y="1590"/>
                    <a:pt x="0" y="3550"/>
                  </a:cubicBezTo>
                  <a:cubicBezTo>
                    <a:pt x="0" y="5510"/>
                    <a:pt x="1600" y="7099"/>
                    <a:pt x="3574" y="709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010177" y="2621648"/>
              <a:ext cx="63106" cy="62662"/>
            </a:xfrm>
            <a:custGeom>
              <a:rect b="b" l="l" r="r" t="t"/>
              <a:pathLst>
                <a:path extrusionOk="0" h="7482" w="7535">
                  <a:moveTo>
                    <a:pt x="3767" y="7483"/>
                  </a:moveTo>
                  <a:cubicBezTo>
                    <a:pt x="5848" y="7483"/>
                    <a:pt x="7535" y="5807"/>
                    <a:pt x="7535" y="3741"/>
                  </a:cubicBezTo>
                  <a:cubicBezTo>
                    <a:pt x="7535" y="1675"/>
                    <a:pt x="5848" y="0"/>
                    <a:pt x="3767" y="0"/>
                  </a:cubicBezTo>
                  <a:cubicBezTo>
                    <a:pt x="1687" y="0"/>
                    <a:pt x="0" y="1675"/>
                    <a:pt x="0" y="3741"/>
                  </a:cubicBezTo>
                  <a:cubicBezTo>
                    <a:pt x="0" y="5807"/>
                    <a:pt x="1687" y="7483"/>
                    <a:pt x="3767" y="748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5851236" y="2526706"/>
              <a:ext cx="66338" cy="65869"/>
            </a:xfrm>
            <a:custGeom>
              <a:rect b="b" l="l" r="r" t="t"/>
              <a:pathLst>
                <a:path extrusionOk="0" h="7865" w="7921">
                  <a:moveTo>
                    <a:pt x="3960" y="7866"/>
                  </a:moveTo>
                  <a:cubicBezTo>
                    <a:pt x="6148" y="7866"/>
                    <a:pt x="7922" y="6105"/>
                    <a:pt x="7922" y="3933"/>
                  </a:cubicBezTo>
                  <a:cubicBezTo>
                    <a:pt x="7922" y="1761"/>
                    <a:pt x="6148" y="0"/>
                    <a:pt x="3960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5"/>
                    <a:pt x="1774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5702170" y="2418944"/>
              <a:ext cx="67955" cy="67477"/>
            </a:xfrm>
            <a:custGeom>
              <a:rect b="b" l="l" r="r" t="t"/>
              <a:pathLst>
                <a:path extrusionOk="0" h="8057" w="8114">
                  <a:moveTo>
                    <a:pt x="4057" y="8057"/>
                  </a:moveTo>
                  <a:cubicBezTo>
                    <a:pt x="6298" y="8057"/>
                    <a:pt x="8114" y="6254"/>
                    <a:pt x="8114" y="4029"/>
                  </a:cubicBezTo>
                  <a:cubicBezTo>
                    <a:pt x="8114" y="1804"/>
                    <a:pt x="6298" y="0"/>
                    <a:pt x="4057" y="0"/>
                  </a:cubicBezTo>
                  <a:cubicBezTo>
                    <a:pt x="1816" y="0"/>
                    <a:pt x="0" y="1804"/>
                    <a:pt x="0" y="4029"/>
                  </a:cubicBezTo>
                  <a:cubicBezTo>
                    <a:pt x="0" y="6254"/>
                    <a:pt x="1816" y="8057"/>
                    <a:pt x="4057" y="805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5563758" y="2298563"/>
              <a:ext cx="68759" cy="68759"/>
            </a:xfrm>
            <a:custGeom>
              <a:rect b="b" l="l" r="r" t="t"/>
              <a:pathLst>
                <a:path extrusionOk="0" h="8210" w="8210">
                  <a:moveTo>
                    <a:pt x="8211" y="4105"/>
                  </a:moveTo>
                  <a:cubicBezTo>
                    <a:pt x="8211" y="6373"/>
                    <a:pt x="6373" y="8211"/>
                    <a:pt x="4105" y="8211"/>
                  </a:cubicBezTo>
                  <a:cubicBezTo>
                    <a:pt x="1838" y="8211"/>
                    <a:pt x="0" y="6373"/>
                    <a:pt x="0" y="4105"/>
                  </a:cubicBezTo>
                  <a:cubicBezTo>
                    <a:pt x="0" y="1838"/>
                    <a:pt x="1838" y="0"/>
                    <a:pt x="4105" y="0"/>
                  </a:cubicBezTo>
                  <a:cubicBezTo>
                    <a:pt x="6373" y="0"/>
                    <a:pt x="8211" y="1838"/>
                    <a:pt x="8211" y="41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5437918" y="2168078"/>
              <a:ext cx="67142" cy="66665"/>
            </a:xfrm>
            <a:custGeom>
              <a:rect b="b" l="l" r="r" t="t"/>
              <a:pathLst>
                <a:path extrusionOk="0" h="7960" w="8017">
                  <a:moveTo>
                    <a:pt x="4009" y="7961"/>
                  </a:moveTo>
                  <a:cubicBezTo>
                    <a:pt x="6223" y="7961"/>
                    <a:pt x="8017" y="6179"/>
                    <a:pt x="8017" y="3980"/>
                  </a:cubicBezTo>
                  <a:cubicBezTo>
                    <a:pt x="8017" y="1782"/>
                    <a:pt x="6223" y="0"/>
                    <a:pt x="4009" y="0"/>
                  </a:cubicBezTo>
                  <a:cubicBezTo>
                    <a:pt x="1794" y="0"/>
                    <a:pt x="0" y="1782"/>
                    <a:pt x="0" y="3980"/>
                  </a:cubicBezTo>
                  <a:cubicBezTo>
                    <a:pt x="0" y="6179"/>
                    <a:pt x="1794" y="7961"/>
                    <a:pt x="4009" y="796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5324468" y="2026621"/>
              <a:ext cx="65526" cy="65065"/>
            </a:xfrm>
            <a:custGeom>
              <a:rect b="b" l="l" r="r" t="t"/>
              <a:pathLst>
                <a:path extrusionOk="0" h="7769" w="7824">
                  <a:moveTo>
                    <a:pt x="3912" y="7770"/>
                  </a:moveTo>
                  <a:cubicBezTo>
                    <a:pt x="6073" y="7770"/>
                    <a:pt x="7825" y="6030"/>
                    <a:pt x="7825" y="3884"/>
                  </a:cubicBezTo>
                  <a:cubicBezTo>
                    <a:pt x="7825" y="1739"/>
                    <a:pt x="6073" y="0"/>
                    <a:pt x="3912" y="0"/>
                  </a:cubicBezTo>
                  <a:cubicBezTo>
                    <a:pt x="1752" y="0"/>
                    <a:pt x="0" y="1739"/>
                    <a:pt x="0" y="3884"/>
                  </a:cubicBezTo>
                  <a:cubicBezTo>
                    <a:pt x="0" y="6030"/>
                    <a:pt x="1752" y="7770"/>
                    <a:pt x="3912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5225128" y="1876339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5139092" y="1716904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3" y="7194"/>
                  </a:moveTo>
                  <a:cubicBezTo>
                    <a:pt x="5624" y="7194"/>
                    <a:pt x="7246" y="5584"/>
                    <a:pt x="7246" y="3598"/>
                  </a:cubicBezTo>
                  <a:cubicBezTo>
                    <a:pt x="7246" y="1611"/>
                    <a:pt x="5624" y="0"/>
                    <a:pt x="3623" y="0"/>
                  </a:cubicBezTo>
                  <a:cubicBezTo>
                    <a:pt x="1622" y="0"/>
                    <a:pt x="0" y="1611"/>
                    <a:pt x="0" y="3598"/>
                  </a:cubicBezTo>
                  <a:cubicBezTo>
                    <a:pt x="0" y="5584"/>
                    <a:pt x="1622" y="7194"/>
                    <a:pt x="3623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5067467" y="1549981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5" y="7098"/>
                  </a:moveTo>
                  <a:cubicBezTo>
                    <a:pt x="5548" y="7098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5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8"/>
                    <a:pt x="3575" y="70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5010034" y="1375888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3"/>
                    <a:pt x="1644" y="0"/>
                    <a:pt x="3671" y="0"/>
                  </a:cubicBezTo>
                  <a:cubicBezTo>
                    <a:pt x="5698" y="0"/>
                    <a:pt x="7342" y="1643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4967633" y="1197086"/>
              <a:ext cx="64722" cy="64270"/>
            </a:xfrm>
            <a:custGeom>
              <a:rect b="b" l="l" r="r" t="t"/>
              <a:pathLst>
                <a:path extrusionOk="0" h="7674" w="7728">
                  <a:moveTo>
                    <a:pt x="3864" y="7674"/>
                  </a:moveTo>
                  <a:cubicBezTo>
                    <a:pt x="5999" y="7674"/>
                    <a:pt x="7729" y="5956"/>
                    <a:pt x="7729" y="3837"/>
                  </a:cubicBezTo>
                  <a:cubicBezTo>
                    <a:pt x="7729" y="1717"/>
                    <a:pt x="5999" y="0"/>
                    <a:pt x="3864" y="0"/>
                  </a:cubicBezTo>
                  <a:cubicBezTo>
                    <a:pt x="1731" y="0"/>
                    <a:pt x="0" y="1717"/>
                    <a:pt x="0" y="3837"/>
                  </a:cubicBezTo>
                  <a:cubicBezTo>
                    <a:pt x="0" y="5956"/>
                    <a:pt x="1731" y="7674"/>
                    <a:pt x="3864" y="7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4941015" y="1014755"/>
              <a:ext cx="68767" cy="68281"/>
            </a:xfrm>
            <a:custGeom>
              <a:rect b="b" l="l" r="r" t="t"/>
              <a:pathLst>
                <a:path extrusionOk="0" h="8153" w="8211">
                  <a:moveTo>
                    <a:pt x="4105" y="8153"/>
                  </a:moveTo>
                  <a:cubicBezTo>
                    <a:pt x="6373" y="8153"/>
                    <a:pt x="8211" y="6328"/>
                    <a:pt x="8211" y="4077"/>
                  </a:cubicBezTo>
                  <a:cubicBezTo>
                    <a:pt x="8211" y="1825"/>
                    <a:pt x="6373" y="0"/>
                    <a:pt x="4105" y="0"/>
                  </a:cubicBezTo>
                  <a:cubicBezTo>
                    <a:pt x="1838" y="0"/>
                    <a:pt x="0" y="1825"/>
                    <a:pt x="0" y="4077"/>
                  </a:cubicBezTo>
                  <a:cubicBezTo>
                    <a:pt x="0" y="6328"/>
                    <a:pt x="1838" y="8153"/>
                    <a:pt x="4105" y="8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4931176" y="831354"/>
              <a:ext cx="72008" cy="71497"/>
            </a:xfrm>
            <a:custGeom>
              <a:rect b="b" l="l" r="r" t="t"/>
              <a:pathLst>
                <a:path extrusionOk="0" h="8537" w="8598">
                  <a:moveTo>
                    <a:pt x="4300" y="8537"/>
                  </a:moveTo>
                  <a:cubicBezTo>
                    <a:pt x="6673" y="8537"/>
                    <a:pt x="8598" y="6627"/>
                    <a:pt x="8598" y="4269"/>
                  </a:cubicBezTo>
                  <a:cubicBezTo>
                    <a:pt x="8598" y="1911"/>
                    <a:pt x="6673" y="0"/>
                    <a:pt x="4300" y="0"/>
                  </a:cubicBezTo>
                  <a:cubicBezTo>
                    <a:pt x="1925" y="0"/>
                    <a:pt x="0" y="1911"/>
                    <a:pt x="0" y="4269"/>
                  </a:cubicBezTo>
                  <a:cubicBezTo>
                    <a:pt x="0" y="6627"/>
                    <a:pt x="1925" y="8537"/>
                    <a:pt x="4300" y="85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4938180" y="648355"/>
              <a:ext cx="74429" cy="73909"/>
            </a:xfrm>
            <a:custGeom>
              <a:rect b="b" l="l" r="r" t="t"/>
              <a:pathLst>
                <a:path extrusionOk="0" h="8825" w="8887">
                  <a:moveTo>
                    <a:pt x="4443" y="8826"/>
                  </a:moveTo>
                  <a:cubicBezTo>
                    <a:pt x="6898" y="8826"/>
                    <a:pt x="8888" y="6849"/>
                    <a:pt x="8888" y="4413"/>
                  </a:cubicBezTo>
                  <a:cubicBezTo>
                    <a:pt x="8888" y="1975"/>
                    <a:pt x="6898" y="0"/>
                    <a:pt x="4443" y="0"/>
                  </a:cubicBezTo>
                  <a:cubicBezTo>
                    <a:pt x="1990" y="0"/>
                    <a:pt x="0" y="1975"/>
                    <a:pt x="0" y="4413"/>
                  </a:cubicBezTo>
                  <a:cubicBezTo>
                    <a:pt x="0" y="6849"/>
                    <a:pt x="1990" y="8826"/>
                    <a:pt x="4443" y="88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7" name="Google Shape;217;p12"/>
            <p:cNvSpPr/>
            <p:nvPr/>
          </p:nvSpPr>
          <p:spPr>
            <a:xfrm>
              <a:off x="4961964" y="467230"/>
              <a:ext cx="76053" cy="75509"/>
            </a:xfrm>
            <a:custGeom>
              <a:rect b="b" l="l" r="r" t="t"/>
              <a:pathLst>
                <a:path extrusionOk="0" h="9016" w="9081">
                  <a:moveTo>
                    <a:pt x="4541" y="9016"/>
                  </a:moveTo>
                  <a:cubicBezTo>
                    <a:pt x="7048" y="9016"/>
                    <a:pt x="9081" y="6998"/>
                    <a:pt x="9081" y="4508"/>
                  </a:cubicBezTo>
                  <a:cubicBezTo>
                    <a:pt x="9081" y="2018"/>
                    <a:pt x="7048" y="0"/>
                    <a:pt x="4541" y="0"/>
                  </a:cubicBezTo>
                  <a:cubicBezTo>
                    <a:pt x="2033" y="0"/>
                    <a:pt x="0" y="2018"/>
                    <a:pt x="0" y="4508"/>
                  </a:cubicBezTo>
                  <a:cubicBezTo>
                    <a:pt x="0" y="6998"/>
                    <a:pt x="2033" y="9016"/>
                    <a:pt x="4541" y="901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8" name="Google Shape;218;p12"/>
            <p:cNvSpPr/>
            <p:nvPr/>
          </p:nvSpPr>
          <p:spPr>
            <a:xfrm>
              <a:off x="5001941" y="288740"/>
              <a:ext cx="77661" cy="77661"/>
            </a:xfrm>
            <a:custGeom>
              <a:rect b="b" l="l" r="r" t="t"/>
              <a:pathLst>
                <a:path extrusionOk="0" h="9273" w="9273">
                  <a:moveTo>
                    <a:pt x="9274" y="4637"/>
                  </a:moveTo>
                  <a:cubicBezTo>
                    <a:pt x="9274" y="7198"/>
                    <a:pt x="7198" y="9274"/>
                    <a:pt x="4637" y="9274"/>
                  </a:cubicBezTo>
                  <a:cubicBezTo>
                    <a:pt x="2076" y="9274"/>
                    <a:pt x="0" y="7198"/>
                    <a:pt x="0" y="4637"/>
                  </a:cubicBezTo>
                  <a:cubicBezTo>
                    <a:pt x="0" y="2076"/>
                    <a:pt x="2076" y="0"/>
                    <a:pt x="4637" y="0"/>
                  </a:cubicBezTo>
                  <a:cubicBezTo>
                    <a:pt x="7198" y="0"/>
                    <a:pt x="9274" y="2076"/>
                    <a:pt x="9274" y="46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19" name="Google Shape;219;p12"/>
            <p:cNvSpPr/>
            <p:nvPr/>
          </p:nvSpPr>
          <p:spPr>
            <a:xfrm>
              <a:off x="5058579" y="115671"/>
              <a:ext cx="77661" cy="77661"/>
            </a:xfrm>
            <a:custGeom>
              <a:rect b="b" l="l" r="r" t="t"/>
              <a:pathLst>
                <a:path extrusionOk="0" h="9273" w="9273">
                  <a:moveTo>
                    <a:pt x="9274" y="4637"/>
                  </a:moveTo>
                  <a:cubicBezTo>
                    <a:pt x="9274" y="7198"/>
                    <a:pt x="7198" y="9274"/>
                    <a:pt x="4637" y="9274"/>
                  </a:cubicBezTo>
                  <a:cubicBezTo>
                    <a:pt x="2076" y="9274"/>
                    <a:pt x="0" y="7198"/>
                    <a:pt x="0" y="4637"/>
                  </a:cubicBezTo>
                  <a:cubicBezTo>
                    <a:pt x="0" y="2076"/>
                    <a:pt x="2076" y="0"/>
                    <a:pt x="4637" y="0"/>
                  </a:cubicBezTo>
                  <a:cubicBezTo>
                    <a:pt x="7198" y="0"/>
                    <a:pt x="9274" y="2076"/>
                    <a:pt x="9274" y="46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0" name="Google Shape;220;p12"/>
            <p:cNvSpPr/>
            <p:nvPr/>
          </p:nvSpPr>
          <p:spPr>
            <a:xfrm>
              <a:off x="6942344" y="3018150"/>
              <a:ext cx="42729" cy="42729"/>
            </a:xfrm>
            <a:custGeom>
              <a:rect b="b" l="l" r="r" t="t"/>
              <a:pathLst>
                <a:path extrusionOk="0" h="5102" w="5102">
                  <a:moveTo>
                    <a:pt x="5103" y="2551"/>
                  </a:moveTo>
                  <a:cubicBezTo>
                    <a:pt x="5103" y="3960"/>
                    <a:pt x="3960" y="5103"/>
                    <a:pt x="2551" y="5103"/>
                  </a:cubicBezTo>
                  <a:cubicBezTo>
                    <a:pt x="1142" y="5103"/>
                    <a:pt x="0" y="3960"/>
                    <a:pt x="0" y="2551"/>
                  </a:cubicBezTo>
                  <a:cubicBezTo>
                    <a:pt x="0" y="1142"/>
                    <a:pt x="1142" y="0"/>
                    <a:pt x="2551" y="0"/>
                  </a:cubicBezTo>
                  <a:cubicBezTo>
                    <a:pt x="3960" y="0"/>
                    <a:pt x="5103" y="1142"/>
                    <a:pt x="5103" y="255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6756538" y="3003986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8" y="5756"/>
                  </a:moveTo>
                  <a:cubicBezTo>
                    <a:pt x="4499" y="5756"/>
                    <a:pt x="5796" y="4467"/>
                    <a:pt x="5796" y="2878"/>
                  </a:cubicBezTo>
                  <a:cubicBezTo>
                    <a:pt x="5796" y="1289"/>
                    <a:pt x="4499" y="0"/>
                    <a:pt x="2898" y="0"/>
                  </a:cubicBezTo>
                  <a:cubicBezTo>
                    <a:pt x="1297" y="0"/>
                    <a:pt x="0" y="1289"/>
                    <a:pt x="0" y="2878"/>
                  </a:cubicBezTo>
                  <a:cubicBezTo>
                    <a:pt x="0" y="4467"/>
                    <a:pt x="1297" y="5756"/>
                    <a:pt x="2898" y="575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6572807" y="2975000"/>
              <a:ext cx="53391" cy="53014"/>
            </a:xfrm>
            <a:custGeom>
              <a:rect b="b" l="l" r="r" t="t"/>
              <a:pathLst>
                <a:path extrusionOk="0" h="6330" w="6375">
                  <a:moveTo>
                    <a:pt x="3187" y="6330"/>
                  </a:moveTo>
                  <a:cubicBezTo>
                    <a:pt x="4948" y="6330"/>
                    <a:pt x="6375" y="4913"/>
                    <a:pt x="6375" y="3165"/>
                  </a:cubicBezTo>
                  <a:cubicBezTo>
                    <a:pt x="6375" y="1416"/>
                    <a:pt x="4948" y="0"/>
                    <a:pt x="3187" y="0"/>
                  </a:cubicBezTo>
                  <a:cubicBezTo>
                    <a:pt x="1427" y="0"/>
                    <a:pt x="0" y="1416"/>
                    <a:pt x="0" y="3165"/>
                  </a:cubicBezTo>
                  <a:cubicBezTo>
                    <a:pt x="0" y="4913"/>
                    <a:pt x="1427" y="6330"/>
                    <a:pt x="3187" y="63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6392350" y="2931438"/>
              <a:ext cx="57436" cy="57034"/>
            </a:xfrm>
            <a:custGeom>
              <a:rect b="b" l="l" r="r" t="t"/>
              <a:pathLst>
                <a:path extrusionOk="0" h="6810" w="6858">
                  <a:moveTo>
                    <a:pt x="3430" y="6810"/>
                  </a:moveTo>
                  <a:cubicBezTo>
                    <a:pt x="5324" y="6810"/>
                    <a:pt x="6859" y="5285"/>
                    <a:pt x="6859" y="3405"/>
                  </a:cubicBezTo>
                  <a:cubicBezTo>
                    <a:pt x="6859" y="1524"/>
                    <a:pt x="5324" y="0"/>
                    <a:pt x="3430" y="0"/>
                  </a:cubicBezTo>
                  <a:cubicBezTo>
                    <a:pt x="1535" y="0"/>
                    <a:pt x="0" y="1524"/>
                    <a:pt x="0" y="3405"/>
                  </a:cubicBezTo>
                  <a:cubicBezTo>
                    <a:pt x="0" y="5285"/>
                    <a:pt x="1535" y="6810"/>
                    <a:pt x="3430" y="68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6216036" y="2873181"/>
              <a:ext cx="61472" cy="61054"/>
            </a:xfrm>
            <a:custGeom>
              <a:rect b="b" l="l" r="r" t="t"/>
              <a:pathLst>
                <a:path extrusionOk="0" h="7290" w="7340">
                  <a:moveTo>
                    <a:pt x="3671" y="7290"/>
                  </a:moveTo>
                  <a:cubicBezTo>
                    <a:pt x="5698" y="7290"/>
                    <a:pt x="7341" y="5659"/>
                    <a:pt x="7341" y="3645"/>
                  </a:cubicBezTo>
                  <a:cubicBezTo>
                    <a:pt x="7341" y="1633"/>
                    <a:pt x="5698" y="0"/>
                    <a:pt x="3671" y="0"/>
                  </a:cubicBezTo>
                  <a:cubicBezTo>
                    <a:pt x="1643" y="0"/>
                    <a:pt x="0" y="1633"/>
                    <a:pt x="0" y="3645"/>
                  </a:cubicBezTo>
                  <a:cubicBezTo>
                    <a:pt x="0" y="5659"/>
                    <a:pt x="1643" y="7290"/>
                    <a:pt x="3671" y="72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6045061" y="2800651"/>
              <a:ext cx="65526" cy="65074"/>
            </a:xfrm>
            <a:custGeom>
              <a:rect b="b" l="l" r="r" t="t"/>
              <a:pathLst>
                <a:path extrusionOk="0" h="7770" w="7824">
                  <a:moveTo>
                    <a:pt x="3913" y="7771"/>
                  </a:moveTo>
                  <a:cubicBezTo>
                    <a:pt x="6073" y="7771"/>
                    <a:pt x="7825" y="6031"/>
                    <a:pt x="7825" y="3885"/>
                  </a:cubicBezTo>
                  <a:cubicBezTo>
                    <a:pt x="7825" y="1739"/>
                    <a:pt x="6073" y="0"/>
                    <a:pt x="3913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1"/>
                    <a:pt x="1752" y="7771"/>
                    <a:pt x="3913" y="77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5881027" y="2714734"/>
              <a:ext cx="68767" cy="68281"/>
            </a:xfrm>
            <a:custGeom>
              <a:rect b="b" l="l" r="r" t="t"/>
              <a:pathLst>
                <a:path extrusionOk="0" h="8153" w="8211">
                  <a:moveTo>
                    <a:pt x="4106" y="8153"/>
                  </a:moveTo>
                  <a:cubicBezTo>
                    <a:pt x="6373" y="8153"/>
                    <a:pt x="8211" y="6328"/>
                    <a:pt x="8211" y="4077"/>
                  </a:cubicBezTo>
                  <a:cubicBezTo>
                    <a:pt x="8211" y="1825"/>
                    <a:pt x="6373" y="0"/>
                    <a:pt x="4106" y="0"/>
                  </a:cubicBezTo>
                  <a:cubicBezTo>
                    <a:pt x="1838" y="0"/>
                    <a:pt x="0" y="1825"/>
                    <a:pt x="0" y="4077"/>
                  </a:cubicBezTo>
                  <a:cubicBezTo>
                    <a:pt x="0" y="6328"/>
                    <a:pt x="1838" y="8153"/>
                    <a:pt x="4106" y="8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725085" y="2616016"/>
              <a:ext cx="71196" cy="70693"/>
            </a:xfrm>
            <a:custGeom>
              <a:rect b="b" l="l" r="r" t="t"/>
              <a:pathLst>
                <a:path extrusionOk="0" h="8441" w="8501">
                  <a:moveTo>
                    <a:pt x="4250" y="8442"/>
                  </a:moveTo>
                  <a:cubicBezTo>
                    <a:pt x="6598" y="8442"/>
                    <a:pt x="8501" y="6552"/>
                    <a:pt x="8501" y="4221"/>
                  </a:cubicBezTo>
                  <a:cubicBezTo>
                    <a:pt x="8501" y="1890"/>
                    <a:pt x="6598" y="0"/>
                    <a:pt x="4250" y="0"/>
                  </a:cubicBezTo>
                  <a:cubicBezTo>
                    <a:pt x="1903" y="0"/>
                    <a:pt x="0" y="1890"/>
                    <a:pt x="0" y="4221"/>
                  </a:cubicBezTo>
                  <a:cubicBezTo>
                    <a:pt x="0" y="6552"/>
                    <a:pt x="1903" y="8442"/>
                    <a:pt x="4250" y="844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5578297" y="2504934"/>
              <a:ext cx="72812" cy="72812"/>
            </a:xfrm>
            <a:custGeom>
              <a:rect b="b" l="l" r="r" t="t"/>
              <a:pathLst>
                <a:path extrusionOk="0" h="8694" w="8694">
                  <a:moveTo>
                    <a:pt x="8694" y="4347"/>
                  </a:moveTo>
                  <a:cubicBezTo>
                    <a:pt x="8694" y="6748"/>
                    <a:pt x="6748" y="8694"/>
                    <a:pt x="4347" y="8694"/>
                  </a:cubicBezTo>
                  <a:cubicBezTo>
                    <a:pt x="1946" y="8694"/>
                    <a:pt x="0" y="6748"/>
                    <a:pt x="0" y="4347"/>
                  </a:cubicBezTo>
                  <a:cubicBezTo>
                    <a:pt x="0" y="1946"/>
                    <a:pt x="1946" y="0"/>
                    <a:pt x="4347" y="0"/>
                  </a:cubicBezTo>
                  <a:cubicBezTo>
                    <a:pt x="6748" y="0"/>
                    <a:pt x="8694" y="1946"/>
                    <a:pt x="8694" y="43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442097" y="2383420"/>
              <a:ext cx="72812" cy="72293"/>
            </a:xfrm>
            <a:custGeom>
              <a:rect b="b" l="l" r="r" t="t"/>
              <a:pathLst>
                <a:path extrusionOk="0" h="8632" w="8694">
                  <a:moveTo>
                    <a:pt x="4347" y="8632"/>
                  </a:moveTo>
                  <a:cubicBezTo>
                    <a:pt x="6748" y="8632"/>
                    <a:pt x="8694" y="6700"/>
                    <a:pt x="8694" y="4317"/>
                  </a:cubicBezTo>
                  <a:cubicBezTo>
                    <a:pt x="8694" y="1933"/>
                    <a:pt x="6748" y="0"/>
                    <a:pt x="4347" y="0"/>
                  </a:cubicBezTo>
                  <a:cubicBezTo>
                    <a:pt x="1947" y="0"/>
                    <a:pt x="0" y="1933"/>
                    <a:pt x="0" y="4317"/>
                  </a:cubicBezTo>
                  <a:cubicBezTo>
                    <a:pt x="0" y="6700"/>
                    <a:pt x="1947" y="8632"/>
                    <a:pt x="4347" y="863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317455" y="2251563"/>
              <a:ext cx="71196" cy="70693"/>
            </a:xfrm>
            <a:custGeom>
              <a:rect b="b" l="l" r="r" t="t"/>
              <a:pathLst>
                <a:path extrusionOk="0" h="8441" w="8501">
                  <a:moveTo>
                    <a:pt x="4251" y="8441"/>
                  </a:moveTo>
                  <a:cubicBezTo>
                    <a:pt x="6598" y="8441"/>
                    <a:pt x="8501" y="6551"/>
                    <a:pt x="8501" y="4221"/>
                  </a:cubicBezTo>
                  <a:cubicBezTo>
                    <a:pt x="8501" y="1890"/>
                    <a:pt x="6598" y="0"/>
                    <a:pt x="4251" y="0"/>
                  </a:cubicBezTo>
                  <a:cubicBezTo>
                    <a:pt x="1903" y="0"/>
                    <a:pt x="0" y="1890"/>
                    <a:pt x="0" y="4221"/>
                  </a:cubicBezTo>
                  <a:cubicBezTo>
                    <a:pt x="0" y="6551"/>
                    <a:pt x="1903" y="8441"/>
                    <a:pt x="4251" y="84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5205231" y="2110554"/>
              <a:ext cx="67955" cy="67486"/>
            </a:xfrm>
            <a:custGeom>
              <a:rect b="b" l="l" r="r" t="t"/>
              <a:pathLst>
                <a:path extrusionOk="0" h="8058" w="8114">
                  <a:moveTo>
                    <a:pt x="4058" y="8058"/>
                  </a:moveTo>
                  <a:cubicBezTo>
                    <a:pt x="6298" y="8058"/>
                    <a:pt x="8114" y="6254"/>
                    <a:pt x="8114" y="4029"/>
                  </a:cubicBezTo>
                  <a:cubicBezTo>
                    <a:pt x="8114" y="1804"/>
                    <a:pt x="6298" y="0"/>
                    <a:pt x="4058" y="0"/>
                  </a:cubicBezTo>
                  <a:cubicBezTo>
                    <a:pt x="1816" y="0"/>
                    <a:pt x="0" y="1804"/>
                    <a:pt x="0" y="4029"/>
                  </a:cubicBezTo>
                  <a:cubicBezTo>
                    <a:pt x="0" y="6254"/>
                    <a:pt x="1816" y="8058"/>
                    <a:pt x="4058" y="80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5105835" y="1960994"/>
              <a:ext cx="63910" cy="63466"/>
            </a:xfrm>
            <a:custGeom>
              <a:rect b="b" l="l" r="r" t="t"/>
              <a:pathLst>
                <a:path extrusionOk="0" h="7578" w="7631">
                  <a:moveTo>
                    <a:pt x="3816" y="7578"/>
                  </a:moveTo>
                  <a:cubicBezTo>
                    <a:pt x="5924" y="7578"/>
                    <a:pt x="7631" y="5882"/>
                    <a:pt x="7631" y="3789"/>
                  </a:cubicBezTo>
                  <a:cubicBezTo>
                    <a:pt x="7631" y="1696"/>
                    <a:pt x="5924" y="0"/>
                    <a:pt x="3816" y="0"/>
                  </a:cubicBezTo>
                  <a:cubicBezTo>
                    <a:pt x="1709" y="0"/>
                    <a:pt x="0" y="1696"/>
                    <a:pt x="0" y="3789"/>
                  </a:cubicBezTo>
                  <a:cubicBezTo>
                    <a:pt x="0" y="5882"/>
                    <a:pt x="1709" y="7578"/>
                    <a:pt x="3816" y="757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5018757" y="1802501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3"/>
                    <a:pt x="1644" y="0"/>
                    <a:pt x="3671" y="0"/>
                  </a:cubicBezTo>
                  <a:cubicBezTo>
                    <a:pt x="5698" y="0"/>
                    <a:pt x="7342" y="1643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4945029" y="1637278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4" y="7098"/>
                  </a:moveTo>
                  <a:cubicBezTo>
                    <a:pt x="5548" y="7098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4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8"/>
                    <a:pt x="3574" y="70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4883947" y="1464393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4836755" y="1286734"/>
              <a:ext cx="64722" cy="64270"/>
            </a:xfrm>
            <a:custGeom>
              <a:rect b="b" l="l" r="r" t="t"/>
              <a:pathLst>
                <a:path extrusionOk="0" h="7674" w="7728">
                  <a:moveTo>
                    <a:pt x="3864" y="7674"/>
                  </a:moveTo>
                  <a:cubicBezTo>
                    <a:pt x="5998" y="7674"/>
                    <a:pt x="7729" y="5956"/>
                    <a:pt x="7729" y="3837"/>
                  </a:cubicBezTo>
                  <a:cubicBezTo>
                    <a:pt x="7729" y="1718"/>
                    <a:pt x="5998" y="0"/>
                    <a:pt x="3864" y="0"/>
                  </a:cubicBezTo>
                  <a:cubicBezTo>
                    <a:pt x="1730" y="0"/>
                    <a:pt x="0" y="1718"/>
                    <a:pt x="0" y="3837"/>
                  </a:cubicBezTo>
                  <a:cubicBezTo>
                    <a:pt x="0" y="5956"/>
                    <a:pt x="1730" y="7674"/>
                    <a:pt x="3864" y="7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4804166" y="1105299"/>
              <a:ext cx="68767" cy="68281"/>
            </a:xfrm>
            <a:custGeom>
              <a:rect b="b" l="l" r="r" t="t"/>
              <a:pathLst>
                <a:path extrusionOk="0" h="8153" w="8211">
                  <a:moveTo>
                    <a:pt x="4105" y="8153"/>
                  </a:moveTo>
                  <a:cubicBezTo>
                    <a:pt x="6373" y="8153"/>
                    <a:pt x="8211" y="6328"/>
                    <a:pt x="8211" y="4077"/>
                  </a:cubicBezTo>
                  <a:cubicBezTo>
                    <a:pt x="8211" y="1825"/>
                    <a:pt x="6373" y="0"/>
                    <a:pt x="4105" y="0"/>
                  </a:cubicBezTo>
                  <a:cubicBezTo>
                    <a:pt x="1838" y="0"/>
                    <a:pt x="0" y="1825"/>
                    <a:pt x="0" y="4077"/>
                  </a:cubicBezTo>
                  <a:cubicBezTo>
                    <a:pt x="0" y="6328"/>
                    <a:pt x="1838" y="8153"/>
                    <a:pt x="4105" y="8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4786801" y="921687"/>
              <a:ext cx="72812" cy="72812"/>
            </a:xfrm>
            <a:custGeom>
              <a:rect b="b" l="l" r="r" t="t"/>
              <a:pathLst>
                <a:path extrusionOk="0" h="8694" w="8694">
                  <a:moveTo>
                    <a:pt x="8694" y="4347"/>
                  </a:moveTo>
                  <a:cubicBezTo>
                    <a:pt x="8694" y="6748"/>
                    <a:pt x="6748" y="8694"/>
                    <a:pt x="4347" y="8694"/>
                  </a:cubicBezTo>
                  <a:cubicBezTo>
                    <a:pt x="1946" y="8694"/>
                    <a:pt x="0" y="6748"/>
                    <a:pt x="0" y="4347"/>
                  </a:cubicBezTo>
                  <a:cubicBezTo>
                    <a:pt x="0" y="1946"/>
                    <a:pt x="1946" y="0"/>
                    <a:pt x="4347" y="0"/>
                  </a:cubicBezTo>
                  <a:cubicBezTo>
                    <a:pt x="6748" y="0"/>
                    <a:pt x="8694" y="1946"/>
                    <a:pt x="8694" y="43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4785594" y="738496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4799310" y="555808"/>
              <a:ext cx="78465" cy="77921"/>
            </a:xfrm>
            <a:custGeom>
              <a:rect b="b" l="l" r="r" t="t"/>
              <a:pathLst>
                <a:path extrusionOk="0" h="9304" w="9369">
                  <a:moveTo>
                    <a:pt x="4684" y="9305"/>
                  </a:moveTo>
                  <a:cubicBezTo>
                    <a:pt x="7272" y="9305"/>
                    <a:pt x="9370" y="7222"/>
                    <a:pt x="9370" y="4653"/>
                  </a:cubicBezTo>
                  <a:cubicBezTo>
                    <a:pt x="9370" y="2083"/>
                    <a:pt x="7272" y="0"/>
                    <a:pt x="4684" y="0"/>
                  </a:cubicBezTo>
                  <a:cubicBezTo>
                    <a:pt x="2097" y="0"/>
                    <a:pt x="0" y="2083"/>
                    <a:pt x="0" y="4653"/>
                  </a:cubicBezTo>
                  <a:cubicBezTo>
                    <a:pt x="0" y="7222"/>
                    <a:pt x="2097" y="9305"/>
                    <a:pt x="4684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4829065" y="375571"/>
              <a:ext cx="80099" cy="79529"/>
            </a:xfrm>
            <a:custGeom>
              <a:rect b="b" l="l" r="r" t="t"/>
              <a:pathLst>
                <a:path extrusionOk="0" h="9496" w="9564">
                  <a:moveTo>
                    <a:pt x="4782" y="9496"/>
                  </a:moveTo>
                  <a:cubicBezTo>
                    <a:pt x="7423" y="9496"/>
                    <a:pt x="9564" y="7370"/>
                    <a:pt x="9564" y="4748"/>
                  </a:cubicBezTo>
                  <a:cubicBezTo>
                    <a:pt x="9564" y="2126"/>
                    <a:pt x="7423" y="0"/>
                    <a:pt x="4782" y="0"/>
                  </a:cubicBezTo>
                  <a:cubicBezTo>
                    <a:pt x="2141" y="0"/>
                    <a:pt x="0" y="2126"/>
                    <a:pt x="0" y="4748"/>
                  </a:cubicBezTo>
                  <a:cubicBezTo>
                    <a:pt x="0" y="7370"/>
                    <a:pt x="2141" y="9496"/>
                    <a:pt x="4782" y="94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4874236" y="198900"/>
              <a:ext cx="80903" cy="80333"/>
            </a:xfrm>
            <a:custGeom>
              <a:rect b="b" l="l" r="r" t="t"/>
              <a:pathLst>
                <a:path extrusionOk="0" h="9592" w="9660">
                  <a:moveTo>
                    <a:pt x="4830" y="9593"/>
                  </a:moveTo>
                  <a:cubicBezTo>
                    <a:pt x="7498" y="9593"/>
                    <a:pt x="9660" y="7446"/>
                    <a:pt x="9660" y="4797"/>
                  </a:cubicBezTo>
                  <a:cubicBezTo>
                    <a:pt x="9660" y="2148"/>
                    <a:pt x="7498" y="0"/>
                    <a:pt x="4830" y="0"/>
                  </a:cubicBezTo>
                  <a:cubicBezTo>
                    <a:pt x="2162" y="0"/>
                    <a:pt x="0" y="2148"/>
                    <a:pt x="0" y="4797"/>
                  </a:cubicBezTo>
                  <a:cubicBezTo>
                    <a:pt x="0" y="7446"/>
                    <a:pt x="2162" y="9593"/>
                    <a:pt x="4830" y="959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4934504" y="27038"/>
              <a:ext cx="80903" cy="80333"/>
            </a:xfrm>
            <a:custGeom>
              <a:rect b="b" l="l" r="r" t="t"/>
              <a:pathLst>
                <a:path extrusionOk="0" h="9592" w="9660">
                  <a:moveTo>
                    <a:pt x="4830" y="9593"/>
                  </a:moveTo>
                  <a:cubicBezTo>
                    <a:pt x="7498" y="9593"/>
                    <a:pt x="9660" y="7445"/>
                    <a:pt x="9660" y="4796"/>
                  </a:cubicBezTo>
                  <a:cubicBezTo>
                    <a:pt x="9660" y="2147"/>
                    <a:pt x="7498" y="0"/>
                    <a:pt x="4830" y="0"/>
                  </a:cubicBezTo>
                  <a:cubicBezTo>
                    <a:pt x="2163" y="0"/>
                    <a:pt x="0" y="2147"/>
                    <a:pt x="0" y="4796"/>
                  </a:cubicBezTo>
                  <a:cubicBezTo>
                    <a:pt x="0" y="7445"/>
                    <a:pt x="2163" y="9593"/>
                    <a:pt x="4830" y="959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6988512" y="3163970"/>
              <a:ext cx="42068" cy="41774"/>
            </a:xfrm>
            <a:custGeom>
              <a:rect b="b" l="l" r="r" t="t"/>
              <a:pathLst>
                <a:path extrusionOk="0" h="4988" w="5023">
                  <a:moveTo>
                    <a:pt x="2512" y="4988"/>
                  </a:moveTo>
                  <a:cubicBezTo>
                    <a:pt x="3899" y="4988"/>
                    <a:pt x="5023" y="3872"/>
                    <a:pt x="5023" y="2495"/>
                  </a:cubicBezTo>
                  <a:cubicBezTo>
                    <a:pt x="5023" y="1116"/>
                    <a:pt x="3899" y="0"/>
                    <a:pt x="2512" y="0"/>
                  </a:cubicBezTo>
                  <a:cubicBezTo>
                    <a:pt x="1124" y="0"/>
                    <a:pt x="0" y="1116"/>
                    <a:pt x="0" y="2495"/>
                  </a:cubicBezTo>
                  <a:cubicBezTo>
                    <a:pt x="0" y="3872"/>
                    <a:pt x="1124" y="4988"/>
                    <a:pt x="2512" y="49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6802130" y="3153610"/>
              <a:ext cx="48541" cy="48198"/>
            </a:xfrm>
            <a:custGeom>
              <a:rect b="b" l="l" r="r" t="t"/>
              <a:pathLst>
                <a:path extrusionOk="0" h="5755" w="5796">
                  <a:moveTo>
                    <a:pt x="2898" y="5755"/>
                  </a:moveTo>
                  <a:cubicBezTo>
                    <a:pt x="4499" y="5755"/>
                    <a:pt x="5797" y="4466"/>
                    <a:pt x="5797" y="2878"/>
                  </a:cubicBezTo>
                  <a:cubicBezTo>
                    <a:pt x="5797" y="1288"/>
                    <a:pt x="4499" y="0"/>
                    <a:pt x="2898" y="0"/>
                  </a:cubicBezTo>
                  <a:cubicBezTo>
                    <a:pt x="1298" y="0"/>
                    <a:pt x="0" y="1288"/>
                    <a:pt x="0" y="2878"/>
                  </a:cubicBezTo>
                  <a:cubicBezTo>
                    <a:pt x="0" y="4466"/>
                    <a:pt x="1298" y="5755"/>
                    <a:pt x="2898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6617293" y="3129405"/>
              <a:ext cx="54203" cy="53818"/>
            </a:xfrm>
            <a:custGeom>
              <a:rect b="b" l="l" r="r" t="t"/>
              <a:pathLst>
                <a:path extrusionOk="0" h="6426" w="6472">
                  <a:moveTo>
                    <a:pt x="3237" y="6426"/>
                  </a:moveTo>
                  <a:cubicBezTo>
                    <a:pt x="5023" y="6426"/>
                    <a:pt x="6472" y="4988"/>
                    <a:pt x="6472" y="3213"/>
                  </a:cubicBezTo>
                  <a:cubicBezTo>
                    <a:pt x="6472" y="1438"/>
                    <a:pt x="5023" y="0"/>
                    <a:pt x="3237" y="0"/>
                  </a:cubicBezTo>
                  <a:cubicBezTo>
                    <a:pt x="1449" y="0"/>
                    <a:pt x="0" y="1438"/>
                    <a:pt x="0" y="3213"/>
                  </a:cubicBezTo>
                  <a:cubicBezTo>
                    <a:pt x="0" y="4988"/>
                    <a:pt x="1449" y="6426"/>
                    <a:pt x="3237" y="64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6435519" y="3091888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1"/>
                    <a:pt x="6955" y="3454"/>
                  </a:cubicBezTo>
                  <a:cubicBezTo>
                    <a:pt x="6955" y="1547"/>
                    <a:pt x="5398" y="0"/>
                    <a:pt x="3478" y="0"/>
                  </a:cubicBezTo>
                  <a:cubicBezTo>
                    <a:pt x="1556" y="0"/>
                    <a:pt x="0" y="1547"/>
                    <a:pt x="0" y="3454"/>
                  </a:cubicBezTo>
                  <a:cubicBezTo>
                    <a:pt x="0" y="5361"/>
                    <a:pt x="1556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6257111" y="3040489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6083137" y="2975485"/>
              <a:ext cx="66330" cy="65869"/>
            </a:xfrm>
            <a:custGeom>
              <a:rect b="b" l="l" r="r" t="t"/>
              <a:pathLst>
                <a:path extrusionOk="0" h="7865" w="7920">
                  <a:moveTo>
                    <a:pt x="3961" y="7866"/>
                  </a:moveTo>
                  <a:cubicBezTo>
                    <a:pt x="6148" y="7866"/>
                    <a:pt x="7921" y="6106"/>
                    <a:pt x="7921" y="3933"/>
                  </a:cubicBezTo>
                  <a:cubicBezTo>
                    <a:pt x="7921" y="1761"/>
                    <a:pt x="6148" y="0"/>
                    <a:pt x="3961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6"/>
                    <a:pt x="1774" y="7866"/>
                    <a:pt x="3961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5914677" y="2897038"/>
              <a:ext cx="70383" cy="70383"/>
            </a:xfrm>
            <a:custGeom>
              <a:rect b="b" l="l" r="r" t="t"/>
              <a:pathLst>
                <a:path extrusionOk="0" h="8404" w="8404">
                  <a:moveTo>
                    <a:pt x="8405" y="4202"/>
                  </a:moveTo>
                  <a:cubicBezTo>
                    <a:pt x="8405" y="6523"/>
                    <a:pt x="6523" y="8405"/>
                    <a:pt x="4202" y="8405"/>
                  </a:cubicBezTo>
                  <a:cubicBezTo>
                    <a:pt x="1882" y="8405"/>
                    <a:pt x="0" y="6523"/>
                    <a:pt x="0" y="4202"/>
                  </a:cubicBezTo>
                  <a:cubicBezTo>
                    <a:pt x="0" y="1882"/>
                    <a:pt x="1882" y="0"/>
                    <a:pt x="4202" y="0"/>
                  </a:cubicBezTo>
                  <a:cubicBezTo>
                    <a:pt x="6523" y="0"/>
                    <a:pt x="8405" y="1882"/>
                    <a:pt x="8405" y="42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5753148" y="2806494"/>
              <a:ext cx="73625" cy="73625"/>
            </a:xfrm>
            <a:custGeom>
              <a:rect b="b" l="l" r="r" t="t"/>
              <a:pathLst>
                <a:path extrusionOk="0" h="8791" w="8791">
                  <a:moveTo>
                    <a:pt x="8792" y="4396"/>
                  </a:moveTo>
                  <a:cubicBezTo>
                    <a:pt x="8792" y="6824"/>
                    <a:pt x="6824" y="8792"/>
                    <a:pt x="4396" y="8792"/>
                  </a:cubicBezTo>
                  <a:cubicBezTo>
                    <a:pt x="1968" y="8792"/>
                    <a:pt x="0" y="6824"/>
                    <a:pt x="0" y="4396"/>
                  </a:cubicBezTo>
                  <a:cubicBezTo>
                    <a:pt x="0" y="1968"/>
                    <a:pt x="1968" y="0"/>
                    <a:pt x="4396" y="0"/>
                  </a:cubicBezTo>
                  <a:cubicBezTo>
                    <a:pt x="6824" y="0"/>
                    <a:pt x="8792" y="1968"/>
                    <a:pt x="8792" y="43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5599950" y="2704840"/>
              <a:ext cx="75233" cy="74713"/>
            </a:xfrm>
            <a:custGeom>
              <a:rect b="b" l="l" r="r" t="t"/>
              <a:pathLst>
                <a:path extrusionOk="0" h="8921" w="8983">
                  <a:moveTo>
                    <a:pt x="4492" y="8921"/>
                  </a:moveTo>
                  <a:cubicBezTo>
                    <a:pt x="6973" y="8921"/>
                    <a:pt x="8984" y="6924"/>
                    <a:pt x="8984" y="4461"/>
                  </a:cubicBezTo>
                  <a:cubicBezTo>
                    <a:pt x="8984" y="1996"/>
                    <a:pt x="6973" y="0"/>
                    <a:pt x="4492" y="0"/>
                  </a:cubicBezTo>
                  <a:cubicBezTo>
                    <a:pt x="2012" y="0"/>
                    <a:pt x="0" y="1996"/>
                    <a:pt x="0" y="4461"/>
                  </a:cubicBezTo>
                  <a:cubicBezTo>
                    <a:pt x="0" y="6924"/>
                    <a:pt x="2012" y="8921"/>
                    <a:pt x="4492" y="892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5455612" y="2591501"/>
              <a:ext cx="76053" cy="76053"/>
            </a:xfrm>
            <a:custGeom>
              <a:rect b="b" l="l" r="r" t="t"/>
              <a:pathLst>
                <a:path extrusionOk="0" h="9081" w="9081">
                  <a:moveTo>
                    <a:pt x="9081" y="4541"/>
                  </a:moveTo>
                  <a:cubicBezTo>
                    <a:pt x="9081" y="7048"/>
                    <a:pt x="7048" y="9081"/>
                    <a:pt x="4541" y="9081"/>
                  </a:cubicBezTo>
                  <a:cubicBezTo>
                    <a:pt x="2033" y="9081"/>
                    <a:pt x="0" y="7048"/>
                    <a:pt x="0" y="4541"/>
                  </a:cubicBezTo>
                  <a:cubicBezTo>
                    <a:pt x="0" y="2033"/>
                    <a:pt x="2033" y="0"/>
                    <a:pt x="4541" y="0"/>
                  </a:cubicBezTo>
                  <a:cubicBezTo>
                    <a:pt x="7048" y="0"/>
                    <a:pt x="9081" y="2033"/>
                    <a:pt x="9081" y="45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5321442" y="2468651"/>
              <a:ext cx="75233" cy="74705"/>
            </a:xfrm>
            <a:custGeom>
              <a:rect b="b" l="l" r="r" t="t"/>
              <a:pathLst>
                <a:path extrusionOk="0" h="8920" w="8983">
                  <a:moveTo>
                    <a:pt x="4492" y="8920"/>
                  </a:moveTo>
                  <a:cubicBezTo>
                    <a:pt x="6973" y="8920"/>
                    <a:pt x="8984" y="6924"/>
                    <a:pt x="8984" y="4460"/>
                  </a:cubicBezTo>
                  <a:cubicBezTo>
                    <a:pt x="8984" y="1996"/>
                    <a:pt x="6973" y="0"/>
                    <a:pt x="4492" y="0"/>
                  </a:cubicBezTo>
                  <a:cubicBezTo>
                    <a:pt x="2012" y="0"/>
                    <a:pt x="0" y="1996"/>
                    <a:pt x="0" y="4460"/>
                  </a:cubicBezTo>
                  <a:cubicBezTo>
                    <a:pt x="0" y="6924"/>
                    <a:pt x="2012" y="8920"/>
                    <a:pt x="4492" y="892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5198245" y="2335953"/>
              <a:ext cx="72812" cy="72812"/>
            </a:xfrm>
            <a:custGeom>
              <a:rect b="b" l="l" r="r" t="t"/>
              <a:pathLst>
                <a:path extrusionOk="0" h="8694" w="8694">
                  <a:moveTo>
                    <a:pt x="8694" y="4347"/>
                  </a:moveTo>
                  <a:cubicBezTo>
                    <a:pt x="8694" y="6748"/>
                    <a:pt x="6748" y="8694"/>
                    <a:pt x="4347" y="8694"/>
                  </a:cubicBezTo>
                  <a:cubicBezTo>
                    <a:pt x="1946" y="8694"/>
                    <a:pt x="0" y="6748"/>
                    <a:pt x="0" y="4347"/>
                  </a:cubicBezTo>
                  <a:cubicBezTo>
                    <a:pt x="0" y="1946"/>
                    <a:pt x="1946" y="0"/>
                    <a:pt x="4347" y="0"/>
                  </a:cubicBezTo>
                  <a:cubicBezTo>
                    <a:pt x="6748" y="0"/>
                    <a:pt x="8694" y="1946"/>
                    <a:pt x="8694" y="43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5086404" y="2194898"/>
              <a:ext cx="69571" cy="69085"/>
            </a:xfrm>
            <a:custGeom>
              <a:rect b="b" l="l" r="r" t="t"/>
              <a:pathLst>
                <a:path extrusionOk="0" h="8249" w="8307">
                  <a:moveTo>
                    <a:pt x="4154" y="8250"/>
                  </a:moveTo>
                  <a:cubicBezTo>
                    <a:pt x="6448" y="8250"/>
                    <a:pt x="8308" y="6403"/>
                    <a:pt x="8308" y="4124"/>
                  </a:cubicBezTo>
                  <a:cubicBezTo>
                    <a:pt x="8308" y="1847"/>
                    <a:pt x="6448" y="0"/>
                    <a:pt x="4154" y="0"/>
                  </a:cubicBezTo>
                  <a:cubicBezTo>
                    <a:pt x="1859" y="0"/>
                    <a:pt x="0" y="1847"/>
                    <a:pt x="0" y="4124"/>
                  </a:cubicBezTo>
                  <a:cubicBezTo>
                    <a:pt x="0" y="6403"/>
                    <a:pt x="1859" y="8250"/>
                    <a:pt x="4154" y="82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4987000" y="2045768"/>
              <a:ext cx="64722" cy="64722"/>
            </a:xfrm>
            <a:custGeom>
              <a:rect b="b" l="l" r="r" t="t"/>
              <a:pathLst>
                <a:path extrusionOk="0" h="7728" w="7728">
                  <a:moveTo>
                    <a:pt x="7729" y="3864"/>
                  </a:moveTo>
                  <a:cubicBezTo>
                    <a:pt x="7729" y="5998"/>
                    <a:pt x="5998" y="7729"/>
                    <a:pt x="3864" y="7729"/>
                  </a:cubicBezTo>
                  <a:cubicBezTo>
                    <a:pt x="1730" y="7729"/>
                    <a:pt x="0" y="5998"/>
                    <a:pt x="0" y="3864"/>
                  </a:cubicBezTo>
                  <a:cubicBezTo>
                    <a:pt x="0" y="1730"/>
                    <a:pt x="1730" y="0"/>
                    <a:pt x="3864" y="0"/>
                  </a:cubicBezTo>
                  <a:cubicBezTo>
                    <a:pt x="5998" y="0"/>
                    <a:pt x="7729" y="1730"/>
                    <a:pt x="7729" y="38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4899071" y="1888592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4823560" y="1724750"/>
              <a:ext cx="59061" cy="58633"/>
            </a:xfrm>
            <a:custGeom>
              <a:rect b="b" l="l" r="r" t="t"/>
              <a:pathLst>
                <a:path extrusionOk="0" h="7001" w="7052">
                  <a:moveTo>
                    <a:pt x="3526" y="7002"/>
                  </a:moveTo>
                  <a:cubicBezTo>
                    <a:pt x="5473" y="7002"/>
                    <a:pt x="7052" y="5435"/>
                    <a:pt x="7052" y="3501"/>
                  </a:cubicBezTo>
                  <a:cubicBezTo>
                    <a:pt x="7052" y="1567"/>
                    <a:pt x="5473" y="0"/>
                    <a:pt x="3526" y="0"/>
                  </a:cubicBezTo>
                  <a:cubicBezTo>
                    <a:pt x="1578" y="0"/>
                    <a:pt x="0" y="1567"/>
                    <a:pt x="0" y="3501"/>
                  </a:cubicBezTo>
                  <a:cubicBezTo>
                    <a:pt x="0" y="5435"/>
                    <a:pt x="1578" y="7002"/>
                    <a:pt x="3526" y="70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4759314" y="1553208"/>
              <a:ext cx="60668" cy="60250"/>
            </a:xfrm>
            <a:custGeom>
              <a:rect b="b" l="l" r="r" t="t"/>
              <a:pathLst>
                <a:path extrusionOk="0" h="7194" w="7244">
                  <a:moveTo>
                    <a:pt x="3622" y="7194"/>
                  </a:moveTo>
                  <a:cubicBezTo>
                    <a:pt x="5623" y="7194"/>
                    <a:pt x="7245" y="5584"/>
                    <a:pt x="7245" y="3597"/>
                  </a:cubicBezTo>
                  <a:cubicBezTo>
                    <a:pt x="7245" y="1611"/>
                    <a:pt x="5623" y="0"/>
                    <a:pt x="3622" y="0"/>
                  </a:cubicBezTo>
                  <a:cubicBezTo>
                    <a:pt x="1621" y="0"/>
                    <a:pt x="0" y="1611"/>
                    <a:pt x="0" y="3597"/>
                  </a:cubicBezTo>
                  <a:cubicBezTo>
                    <a:pt x="0" y="5584"/>
                    <a:pt x="1621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4707952" y="1376208"/>
              <a:ext cx="63910" cy="63910"/>
            </a:xfrm>
            <a:custGeom>
              <a:rect b="b" l="l" r="r" t="t"/>
              <a:pathLst>
                <a:path extrusionOk="0" h="7631" w="7631">
                  <a:moveTo>
                    <a:pt x="7631" y="3816"/>
                  </a:moveTo>
                  <a:cubicBezTo>
                    <a:pt x="7631" y="5923"/>
                    <a:pt x="5923" y="7631"/>
                    <a:pt x="3816" y="7631"/>
                  </a:cubicBezTo>
                  <a:cubicBezTo>
                    <a:pt x="1708" y="7631"/>
                    <a:pt x="0" y="5923"/>
                    <a:pt x="0" y="3816"/>
                  </a:cubicBezTo>
                  <a:cubicBezTo>
                    <a:pt x="0" y="1708"/>
                    <a:pt x="1708" y="0"/>
                    <a:pt x="3816" y="0"/>
                  </a:cubicBezTo>
                  <a:cubicBezTo>
                    <a:pt x="5923" y="0"/>
                    <a:pt x="7631" y="1708"/>
                    <a:pt x="7631" y="381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4670169" y="1195943"/>
              <a:ext cx="67955" cy="67477"/>
            </a:xfrm>
            <a:custGeom>
              <a:rect b="b" l="l" r="r" t="t"/>
              <a:pathLst>
                <a:path extrusionOk="0" h="8057" w="8114">
                  <a:moveTo>
                    <a:pt x="4058" y="8057"/>
                  </a:moveTo>
                  <a:cubicBezTo>
                    <a:pt x="6298" y="8057"/>
                    <a:pt x="8114" y="6253"/>
                    <a:pt x="8114" y="4028"/>
                  </a:cubicBezTo>
                  <a:cubicBezTo>
                    <a:pt x="8114" y="1803"/>
                    <a:pt x="6298" y="0"/>
                    <a:pt x="4058" y="0"/>
                  </a:cubicBezTo>
                  <a:cubicBezTo>
                    <a:pt x="1816" y="0"/>
                    <a:pt x="0" y="1803"/>
                    <a:pt x="0" y="4028"/>
                  </a:cubicBezTo>
                  <a:cubicBezTo>
                    <a:pt x="0" y="6253"/>
                    <a:pt x="1816" y="8057"/>
                    <a:pt x="4058" y="805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4646605" y="1013200"/>
              <a:ext cx="72000" cy="71497"/>
            </a:xfrm>
            <a:custGeom>
              <a:rect b="b" l="l" r="r" t="t"/>
              <a:pathLst>
                <a:path extrusionOk="0" h="8537" w="8597">
                  <a:moveTo>
                    <a:pt x="4299" y="8537"/>
                  </a:moveTo>
                  <a:cubicBezTo>
                    <a:pt x="6673" y="8537"/>
                    <a:pt x="8597" y="6626"/>
                    <a:pt x="8597" y="4268"/>
                  </a:cubicBezTo>
                  <a:cubicBezTo>
                    <a:pt x="8597" y="1911"/>
                    <a:pt x="6673" y="0"/>
                    <a:pt x="4299" y="0"/>
                  </a:cubicBezTo>
                  <a:cubicBezTo>
                    <a:pt x="1925" y="0"/>
                    <a:pt x="0" y="1911"/>
                    <a:pt x="0" y="4268"/>
                  </a:cubicBezTo>
                  <a:cubicBezTo>
                    <a:pt x="0" y="6626"/>
                    <a:pt x="1925" y="8537"/>
                    <a:pt x="4299" y="85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4637791" y="829744"/>
              <a:ext cx="75233" cy="74705"/>
            </a:xfrm>
            <a:custGeom>
              <a:rect b="b" l="l" r="r" t="t"/>
              <a:pathLst>
                <a:path extrusionOk="0" h="8920" w="8983">
                  <a:moveTo>
                    <a:pt x="4492" y="8920"/>
                  </a:moveTo>
                  <a:cubicBezTo>
                    <a:pt x="6973" y="8920"/>
                    <a:pt x="8984" y="6924"/>
                    <a:pt x="8984" y="4461"/>
                  </a:cubicBezTo>
                  <a:cubicBezTo>
                    <a:pt x="8984" y="1996"/>
                    <a:pt x="6973" y="0"/>
                    <a:pt x="4492" y="0"/>
                  </a:cubicBezTo>
                  <a:cubicBezTo>
                    <a:pt x="2012" y="0"/>
                    <a:pt x="0" y="1996"/>
                    <a:pt x="0" y="4461"/>
                  </a:cubicBezTo>
                  <a:cubicBezTo>
                    <a:pt x="0" y="6924"/>
                    <a:pt x="2012" y="8920"/>
                    <a:pt x="4492" y="892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4643368" y="646288"/>
              <a:ext cx="78474" cy="77921"/>
            </a:xfrm>
            <a:custGeom>
              <a:rect b="b" l="l" r="r" t="t"/>
              <a:pathLst>
                <a:path extrusionOk="0" h="9304" w="9370">
                  <a:moveTo>
                    <a:pt x="4685" y="9305"/>
                  </a:moveTo>
                  <a:cubicBezTo>
                    <a:pt x="7273" y="9305"/>
                    <a:pt x="9371" y="7222"/>
                    <a:pt x="9371" y="4653"/>
                  </a:cubicBezTo>
                  <a:cubicBezTo>
                    <a:pt x="9371" y="2083"/>
                    <a:pt x="7273" y="0"/>
                    <a:pt x="4685" y="0"/>
                  </a:cubicBezTo>
                  <a:cubicBezTo>
                    <a:pt x="2098" y="0"/>
                    <a:pt x="0" y="2083"/>
                    <a:pt x="0" y="4653"/>
                  </a:cubicBezTo>
                  <a:cubicBezTo>
                    <a:pt x="0" y="7222"/>
                    <a:pt x="2098" y="9305"/>
                    <a:pt x="4685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4664098" y="464771"/>
              <a:ext cx="80099" cy="79529"/>
            </a:xfrm>
            <a:custGeom>
              <a:rect b="b" l="l" r="r" t="t"/>
              <a:pathLst>
                <a:path extrusionOk="0" h="9496" w="9564">
                  <a:moveTo>
                    <a:pt x="4783" y="9496"/>
                  </a:moveTo>
                  <a:cubicBezTo>
                    <a:pt x="7423" y="9496"/>
                    <a:pt x="9564" y="7370"/>
                    <a:pt x="9564" y="4748"/>
                  </a:cubicBezTo>
                  <a:cubicBezTo>
                    <a:pt x="9564" y="2125"/>
                    <a:pt x="7423" y="0"/>
                    <a:pt x="4783" y="0"/>
                  </a:cubicBezTo>
                  <a:cubicBezTo>
                    <a:pt x="2141" y="0"/>
                    <a:pt x="0" y="2125"/>
                    <a:pt x="0" y="4748"/>
                  </a:cubicBezTo>
                  <a:cubicBezTo>
                    <a:pt x="0" y="7370"/>
                    <a:pt x="2141" y="9496"/>
                    <a:pt x="4783" y="94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4699046" y="285466"/>
              <a:ext cx="81707" cy="81129"/>
            </a:xfrm>
            <a:custGeom>
              <a:rect b="b" l="l" r="r" t="t"/>
              <a:pathLst>
                <a:path extrusionOk="0" h="9687" w="9756">
                  <a:moveTo>
                    <a:pt x="4879" y="9688"/>
                  </a:moveTo>
                  <a:cubicBezTo>
                    <a:pt x="7572" y="9688"/>
                    <a:pt x="9756" y="7519"/>
                    <a:pt x="9756" y="4844"/>
                  </a:cubicBezTo>
                  <a:cubicBezTo>
                    <a:pt x="9756" y="2169"/>
                    <a:pt x="7572" y="0"/>
                    <a:pt x="4879" y="0"/>
                  </a:cubicBezTo>
                  <a:cubicBezTo>
                    <a:pt x="2184" y="0"/>
                    <a:pt x="0" y="2169"/>
                    <a:pt x="0" y="4844"/>
                  </a:cubicBezTo>
                  <a:cubicBezTo>
                    <a:pt x="0" y="7519"/>
                    <a:pt x="2184" y="9688"/>
                    <a:pt x="4879" y="96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4748799" y="110020"/>
              <a:ext cx="81715" cy="81715"/>
            </a:xfrm>
            <a:custGeom>
              <a:rect b="b" l="l" r="r" t="t"/>
              <a:pathLst>
                <a:path extrusionOk="0" h="9757" w="9757">
                  <a:moveTo>
                    <a:pt x="9757" y="4879"/>
                  </a:moveTo>
                  <a:cubicBezTo>
                    <a:pt x="9757" y="7573"/>
                    <a:pt x="7573" y="9757"/>
                    <a:pt x="4879" y="9757"/>
                  </a:cubicBezTo>
                  <a:cubicBezTo>
                    <a:pt x="2184" y="9757"/>
                    <a:pt x="0" y="7573"/>
                    <a:pt x="0" y="4879"/>
                  </a:cubicBezTo>
                  <a:cubicBezTo>
                    <a:pt x="0" y="2184"/>
                    <a:pt x="2184" y="0"/>
                    <a:pt x="4879" y="0"/>
                  </a:cubicBezTo>
                  <a:cubicBezTo>
                    <a:pt x="7573" y="0"/>
                    <a:pt x="9757" y="2184"/>
                    <a:pt x="9757" y="487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6848252" y="3302053"/>
              <a:ext cx="47729" cy="47729"/>
            </a:xfrm>
            <a:custGeom>
              <a:rect b="b" l="l" r="r" t="t"/>
              <a:pathLst>
                <a:path extrusionOk="0" h="5699" w="5699">
                  <a:moveTo>
                    <a:pt x="5700" y="2850"/>
                  </a:moveTo>
                  <a:cubicBezTo>
                    <a:pt x="5700" y="4424"/>
                    <a:pt x="4424" y="5700"/>
                    <a:pt x="2850" y="5700"/>
                  </a:cubicBezTo>
                  <a:cubicBezTo>
                    <a:pt x="1276" y="5700"/>
                    <a:pt x="0" y="4424"/>
                    <a:pt x="0" y="2850"/>
                  </a:cubicBezTo>
                  <a:cubicBezTo>
                    <a:pt x="0" y="1276"/>
                    <a:pt x="1276" y="0"/>
                    <a:pt x="2850" y="0"/>
                  </a:cubicBezTo>
                  <a:cubicBezTo>
                    <a:pt x="4424" y="0"/>
                    <a:pt x="5700" y="1276"/>
                    <a:pt x="5700" y="28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6662912" y="3282622"/>
              <a:ext cx="53399" cy="53022"/>
            </a:xfrm>
            <a:custGeom>
              <a:rect b="b" l="l" r="r" t="t"/>
              <a:pathLst>
                <a:path extrusionOk="0" h="6331" w="6376">
                  <a:moveTo>
                    <a:pt x="3188" y="6331"/>
                  </a:moveTo>
                  <a:cubicBezTo>
                    <a:pt x="4949" y="6331"/>
                    <a:pt x="6376" y="4914"/>
                    <a:pt x="6376" y="3165"/>
                  </a:cubicBezTo>
                  <a:cubicBezTo>
                    <a:pt x="6376" y="1417"/>
                    <a:pt x="4949" y="0"/>
                    <a:pt x="3188" y="0"/>
                  </a:cubicBezTo>
                  <a:cubicBezTo>
                    <a:pt x="1428" y="0"/>
                    <a:pt x="0" y="1417"/>
                    <a:pt x="0" y="3165"/>
                  </a:cubicBezTo>
                  <a:cubicBezTo>
                    <a:pt x="0" y="4914"/>
                    <a:pt x="1428" y="6331"/>
                    <a:pt x="3188" y="63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6479740" y="3250088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1"/>
                    <a:pt x="6955" y="3453"/>
                  </a:cubicBezTo>
                  <a:cubicBezTo>
                    <a:pt x="6955" y="1546"/>
                    <a:pt x="5398" y="0"/>
                    <a:pt x="3478" y="0"/>
                  </a:cubicBezTo>
                  <a:cubicBezTo>
                    <a:pt x="1557" y="0"/>
                    <a:pt x="0" y="1546"/>
                    <a:pt x="0" y="3453"/>
                  </a:cubicBezTo>
                  <a:cubicBezTo>
                    <a:pt x="0" y="5361"/>
                    <a:pt x="1557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6299703" y="3204770"/>
              <a:ext cx="62293" cy="61849"/>
            </a:xfrm>
            <a:custGeom>
              <a:rect b="b" l="l" r="r" t="t"/>
              <a:pathLst>
                <a:path extrusionOk="0" h="7385" w="7438">
                  <a:moveTo>
                    <a:pt x="3720" y="7386"/>
                  </a:moveTo>
                  <a:cubicBezTo>
                    <a:pt x="5773" y="7386"/>
                    <a:pt x="7438" y="5732"/>
                    <a:pt x="7438" y="3693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2"/>
                    <a:pt x="1665" y="7386"/>
                    <a:pt x="3720" y="73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6123371" y="3146523"/>
              <a:ext cx="66330" cy="65869"/>
            </a:xfrm>
            <a:custGeom>
              <a:rect b="b" l="l" r="r" t="t"/>
              <a:pathLst>
                <a:path extrusionOk="0" h="7865" w="7920">
                  <a:moveTo>
                    <a:pt x="3960" y="7866"/>
                  </a:moveTo>
                  <a:cubicBezTo>
                    <a:pt x="6147" y="7866"/>
                    <a:pt x="7921" y="6105"/>
                    <a:pt x="7921" y="3933"/>
                  </a:cubicBezTo>
                  <a:cubicBezTo>
                    <a:pt x="7921" y="1761"/>
                    <a:pt x="6147" y="0"/>
                    <a:pt x="3960" y="0"/>
                  </a:cubicBezTo>
                  <a:cubicBezTo>
                    <a:pt x="1773" y="0"/>
                    <a:pt x="0" y="1761"/>
                    <a:pt x="0" y="3933"/>
                  </a:cubicBezTo>
                  <a:cubicBezTo>
                    <a:pt x="0" y="6105"/>
                    <a:pt x="1773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5951701" y="3075648"/>
              <a:ext cx="70375" cy="69889"/>
            </a:xfrm>
            <a:custGeom>
              <a:rect b="b" l="l" r="r" t="t"/>
              <a:pathLst>
                <a:path extrusionOk="0" h="8345" w="8403">
                  <a:moveTo>
                    <a:pt x="4201" y="8346"/>
                  </a:moveTo>
                  <a:cubicBezTo>
                    <a:pt x="6523" y="8346"/>
                    <a:pt x="8404" y="6477"/>
                    <a:pt x="8404" y="4173"/>
                  </a:cubicBezTo>
                  <a:cubicBezTo>
                    <a:pt x="8404" y="1869"/>
                    <a:pt x="6523" y="0"/>
                    <a:pt x="4201" y="0"/>
                  </a:cubicBezTo>
                  <a:cubicBezTo>
                    <a:pt x="1881" y="0"/>
                    <a:pt x="0" y="1869"/>
                    <a:pt x="0" y="4173"/>
                  </a:cubicBezTo>
                  <a:cubicBezTo>
                    <a:pt x="0" y="6477"/>
                    <a:pt x="1881" y="8346"/>
                    <a:pt x="4201" y="834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>
              <a:off x="5785600" y="2992511"/>
              <a:ext cx="74429" cy="73909"/>
            </a:xfrm>
            <a:custGeom>
              <a:rect b="b" l="l" r="r" t="t"/>
              <a:pathLst>
                <a:path extrusionOk="0" h="8825" w="8887">
                  <a:moveTo>
                    <a:pt x="4444" y="8826"/>
                  </a:moveTo>
                  <a:cubicBezTo>
                    <a:pt x="6898" y="8826"/>
                    <a:pt x="8888" y="6849"/>
                    <a:pt x="8888" y="4413"/>
                  </a:cubicBezTo>
                  <a:cubicBezTo>
                    <a:pt x="8888" y="1975"/>
                    <a:pt x="6898" y="0"/>
                    <a:pt x="4444" y="0"/>
                  </a:cubicBezTo>
                  <a:cubicBezTo>
                    <a:pt x="1990" y="0"/>
                    <a:pt x="0" y="1975"/>
                    <a:pt x="0" y="4413"/>
                  </a:cubicBezTo>
                  <a:cubicBezTo>
                    <a:pt x="0" y="6849"/>
                    <a:pt x="1990" y="8826"/>
                    <a:pt x="4444" y="88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5626815" y="2898382"/>
              <a:ext cx="76857" cy="76313"/>
            </a:xfrm>
            <a:custGeom>
              <a:rect b="b" l="l" r="r" t="t"/>
              <a:pathLst>
                <a:path extrusionOk="0" h="9112" w="9177">
                  <a:moveTo>
                    <a:pt x="4589" y="9113"/>
                  </a:moveTo>
                  <a:cubicBezTo>
                    <a:pt x="7123" y="9113"/>
                    <a:pt x="9177" y="7072"/>
                    <a:pt x="9177" y="4556"/>
                  </a:cubicBezTo>
                  <a:cubicBezTo>
                    <a:pt x="9177" y="2039"/>
                    <a:pt x="7123" y="0"/>
                    <a:pt x="4589" y="0"/>
                  </a:cubicBezTo>
                  <a:cubicBezTo>
                    <a:pt x="2055" y="0"/>
                    <a:pt x="0" y="2039"/>
                    <a:pt x="0" y="4556"/>
                  </a:cubicBezTo>
                  <a:cubicBezTo>
                    <a:pt x="0" y="7072"/>
                    <a:pt x="2055" y="9113"/>
                    <a:pt x="4589" y="911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5475756" y="2793345"/>
              <a:ext cx="78474" cy="77921"/>
            </a:xfrm>
            <a:custGeom>
              <a:rect b="b" l="l" r="r" t="t"/>
              <a:pathLst>
                <a:path extrusionOk="0" h="9304" w="9370">
                  <a:moveTo>
                    <a:pt x="4685" y="9304"/>
                  </a:moveTo>
                  <a:cubicBezTo>
                    <a:pt x="7273" y="9304"/>
                    <a:pt x="9371" y="7222"/>
                    <a:pt x="9371" y="4652"/>
                  </a:cubicBezTo>
                  <a:cubicBezTo>
                    <a:pt x="9371" y="2082"/>
                    <a:pt x="7273" y="0"/>
                    <a:pt x="4685" y="0"/>
                  </a:cubicBezTo>
                  <a:cubicBezTo>
                    <a:pt x="2097" y="0"/>
                    <a:pt x="0" y="2082"/>
                    <a:pt x="0" y="4652"/>
                  </a:cubicBezTo>
                  <a:cubicBezTo>
                    <a:pt x="0" y="7222"/>
                    <a:pt x="2097" y="9304"/>
                    <a:pt x="4685" y="930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5333686" y="2678378"/>
              <a:ext cx="78465" cy="77921"/>
            </a:xfrm>
            <a:custGeom>
              <a:rect b="b" l="l" r="r" t="t"/>
              <a:pathLst>
                <a:path extrusionOk="0" h="9304" w="9369">
                  <a:moveTo>
                    <a:pt x="4685" y="9305"/>
                  </a:moveTo>
                  <a:cubicBezTo>
                    <a:pt x="7272" y="9305"/>
                    <a:pt x="9370" y="7222"/>
                    <a:pt x="9370" y="4652"/>
                  </a:cubicBezTo>
                  <a:cubicBezTo>
                    <a:pt x="9370" y="2083"/>
                    <a:pt x="7272" y="0"/>
                    <a:pt x="4685" y="0"/>
                  </a:cubicBezTo>
                  <a:cubicBezTo>
                    <a:pt x="2097" y="0"/>
                    <a:pt x="0" y="2083"/>
                    <a:pt x="0" y="4652"/>
                  </a:cubicBezTo>
                  <a:cubicBezTo>
                    <a:pt x="0" y="7222"/>
                    <a:pt x="2097" y="9305"/>
                    <a:pt x="4685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5201344" y="2554111"/>
              <a:ext cx="76857" cy="76313"/>
            </a:xfrm>
            <a:custGeom>
              <a:rect b="b" l="l" r="r" t="t"/>
              <a:pathLst>
                <a:path extrusionOk="0" h="9112" w="9177">
                  <a:moveTo>
                    <a:pt x="4589" y="9113"/>
                  </a:moveTo>
                  <a:cubicBezTo>
                    <a:pt x="7123" y="9113"/>
                    <a:pt x="9177" y="7072"/>
                    <a:pt x="9177" y="4557"/>
                  </a:cubicBezTo>
                  <a:cubicBezTo>
                    <a:pt x="9177" y="2040"/>
                    <a:pt x="7123" y="0"/>
                    <a:pt x="4589" y="0"/>
                  </a:cubicBezTo>
                  <a:cubicBezTo>
                    <a:pt x="2055" y="0"/>
                    <a:pt x="0" y="2040"/>
                    <a:pt x="0" y="4557"/>
                  </a:cubicBezTo>
                  <a:cubicBezTo>
                    <a:pt x="0" y="7072"/>
                    <a:pt x="2055" y="9113"/>
                    <a:pt x="4589" y="911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5079089" y="2420819"/>
              <a:ext cx="74429" cy="73901"/>
            </a:xfrm>
            <a:custGeom>
              <a:rect b="b" l="l" r="r" t="t"/>
              <a:pathLst>
                <a:path extrusionOk="0" h="8824" w="8887">
                  <a:moveTo>
                    <a:pt x="4443" y="8825"/>
                  </a:moveTo>
                  <a:cubicBezTo>
                    <a:pt x="6898" y="8825"/>
                    <a:pt x="8888" y="6849"/>
                    <a:pt x="8888" y="4413"/>
                  </a:cubicBezTo>
                  <a:cubicBezTo>
                    <a:pt x="8888" y="1975"/>
                    <a:pt x="6898" y="0"/>
                    <a:pt x="4443" y="0"/>
                  </a:cubicBezTo>
                  <a:cubicBezTo>
                    <a:pt x="1990" y="0"/>
                    <a:pt x="0" y="1975"/>
                    <a:pt x="0" y="4413"/>
                  </a:cubicBezTo>
                  <a:cubicBezTo>
                    <a:pt x="0" y="6849"/>
                    <a:pt x="1990" y="8825"/>
                    <a:pt x="4443" y="882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4967980" y="2279635"/>
              <a:ext cx="70375" cy="69889"/>
            </a:xfrm>
            <a:custGeom>
              <a:rect b="b" l="l" r="r" t="t"/>
              <a:pathLst>
                <a:path extrusionOk="0" h="8345" w="8403">
                  <a:moveTo>
                    <a:pt x="4201" y="8346"/>
                  </a:moveTo>
                  <a:cubicBezTo>
                    <a:pt x="6523" y="8346"/>
                    <a:pt x="8404" y="6477"/>
                    <a:pt x="8404" y="4173"/>
                  </a:cubicBezTo>
                  <a:cubicBezTo>
                    <a:pt x="8404" y="1869"/>
                    <a:pt x="6523" y="0"/>
                    <a:pt x="4201" y="0"/>
                  </a:cubicBezTo>
                  <a:cubicBezTo>
                    <a:pt x="1881" y="0"/>
                    <a:pt x="0" y="1869"/>
                    <a:pt x="0" y="4173"/>
                  </a:cubicBezTo>
                  <a:cubicBezTo>
                    <a:pt x="0" y="6477"/>
                    <a:pt x="1881" y="8346"/>
                    <a:pt x="4201" y="834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2" name="Google Shape;282;p12"/>
            <p:cNvSpPr/>
            <p:nvPr/>
          </p:nvSpPr>
          <p:spPr>
            <a:xfrm>
              <a:off x="4868631" y="2131128"/>
              <a:ext cx="64722" cy="64722"/>
            </a:xfrm>
            <a:custGeom>
              <a:rect b="b" l="l" r="r" t="t"/>
              <a:pathLst>
                <a:path extrusionOk="0" h="7728" w="7728">
                  <a:moveTo>
                    <a:pt x="7729" y="3864"/>
                  </a:moveTo>
                  <a:cubicBezTo>
                    <a:pt x="7729" y="5998"/>
                    <a:pt x="5999" y="7729"/>
                    <a:pt x="3864" y="7729"/>
                  </a:cubicBezTo>
                  <a:cubicBezTo>
                    <a:pt x="1730" y="7729"/>
                    <a:pt x="0" y="5998"/>
                    <a:pt x="0" y="3864"/>
                  </a:cubicBezTo>
                  <a:cubicBezTo>
                    <a:pt x="0" y="1730"/>
                    <a:pt x="1730" y="0"/>
                    <a:pt x="3864" y="0"/>
                  </a:cubicBezTo>
                  <a:cubicBezTo>
                    <a:pt x="5998" y="0"/>
                    <a:pt x="7729" y="1730"/>
                    <a:pt x="7729" y="38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4779587" y="1974591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4702155" y="1811618"/>
              <a:ext cx="59061" cy="58642"/>
            </a:xfrm>
            <a:custGeom>
              <a:rect b="b" l="l" r="r" t="t"/>
              <a:pathLst>
                <a:path extrusionOk="0" h="7002" w="7052">
                  <a:moveTo>
                    <a:pt x="3526" y="7003"/>
                  </a:moveTo>
                  <a:cubicBezTo>
                    <a:pt x="5473" y="7003"/>
                    <a:pt x="7052" y="5435"/>
                    <a:pt x="7052" y="3501"/>
                  </a:cubicBezTo>
                  <a:cubicBezTo>
                    <a:pt x="7052" y="1568"/>
                    <a:pt x="5473" y="0"/>
                    <a:pt x="3526" y="0"/>
                  </a:cubicBezTo>
                  <a:cubicBezTo>
                    <a:pt x="1579" y="0"/>
                    <a:pt x="0" y="1568"/>
                    <a:pt x="0" y="3501"/>
                  </a:cubicBezTo>
                  <a:cubicBezTo>
                    <a:pt x="0" y="5435"/>
                    <a:pt x="1579" y="7003"/>
                    <a:pt x="3526" y="700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4635953" y="1641914"/>
              <a:ext cx="59052" cy="58642"/>
            </a:xfrm>
            <a:custGeom>
              <a:rect b="b" l="l" r="r" t="t"/>
              <a:pathLst>
                <a:path extrusionOk="0" h="7002" w="7051">
                  <a:moveTo>
                    <a:pt x="3525" y="7003"/>
                  </a:moveTo>
                  <a:cubicBezTo>
                    <a:pt x="5473" y="7003"/>
                    <a:pt x="7051" y="5435"/>
                    <a:pt x="7051" y="3501"/>
                  </a:cubicBezTo>
                  <a:cubicBezTo>
                    <a:pt x="7051" y="1568"/>
                    <a:pt x="5473" y="0"/>
                    <a:pt x="3525" y="0"/>
                  </a:cubicBezTo>
                  <a:cubicBezTo>
                    <a:pt x="1578" y="0"/>
                    <a:pt x="0" y="1568"/>
                    <a:pt x="0" y="3501"/>
                  </a:cubicBezTo>
                  <a:cubicBezTo>
                    <a:pt x="0" y="5435"/>
                    <a:pt x="1578" y="7003"/>
                    <a:pt x="3525" y="700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4580915" y="1466212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4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4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4538578" y="1286670"/>
              <a:ext cx="66338" cy="65869"/>
            </a:xfrm>
            <a:custGeom>
              <a:rect b="b" l="l" r="r" t="t"/>
              <a:pathLst>
                <a:path extrusionOk="0" h="7865" w="7921">
                  <a:moveTo>
                    <a:pt x="3960" y="7866"/>
                  </a:moveTo>
                  <a:cubicBezTo>
                    <a:pt x="6148" y="7866"/>
                    <a:pt x="7922" y="6106"/>
                    <a:pt x="7922" y="3933"/>
                  </a:cubicBezTo>
                  <a:cubicBezTo>
                    <a:pt x="7922" y="1761"/>
                    <a:pt x="6148" y="0"/>
                    <a:pt x="3960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6"/>
                    <a:pt x="1774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4509555" y="1104403"/>
              <a:ext cx="70383" cy="70384"/>
            </a:xfrm>
            <a:custGeom>
              <a:rect b="b" l="l" r="r" t="t"/>
              <a:pathLst>
                <a:path extrusionOk="0" h="8404" w="8404">
                  <a:moveTo>
                    <a:pt x="8405" y="4202"/>
                  </a:moveTo>
                  <a:cubicBezTo>
                    <a:pt x="8405" y="6523"/>
                    <a:pt x="6523" y="8405"/>
                    <a:pt x="4202" y="8405"/>
                  </a:cubicBezTo>
                  <a:cubicBezTo>
                    <a:pt x="1881" y="8405"/>
                    <a:pt x="0" y="6523"/>
                    <a:pt x="0" y="4202"/>
                  </a:cubicBezTo>
                  <a:cubicBezTo>
                    <a:pt x="0" y="1882"/>
                    <a:pt x="1881" y="0"/>
                    <a:pt x="4202" y="0"/>
                  </a:cubicBezTo>
                  <a:cubicBezTo>
                    <a:pt x="6523" y="0"/>
                    <a:pt x="8405" y="1882"/>
                    <a:pt x="8405" y="42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89" name="Google Shape;289;p12"/>
            <p:cNvSpPr/>
            <p:nvPr/>
          </p:nvSpPr>
          <p:spPr>
            <a:xfrm>
              <a:off x="4494010" y="921148"/>
              <a:ext cx="74429" cy="73901"/>
            </a:xfrm>
            <a:custGeom>
              <a:rect b="b" l="l" r="r" t="t"/>
              <a:pathLst>
                <a:path extrusionOk="0" h="8824" w="8887">
                  <a:moveTo>
                    <a:pt x="4443" y="8825"/>
                  </a:moveTo>
                  <a:cubicBezTo>
                    <a:pt x="6898" y="8825"/>
                    <a:pt x="8888" y="6849"/>
                    <a:pt x="8888" y="4413"/>
                  </a:cubicBezTo>
                  <a:cubicBezTo>
                    <a:pt x="8888" y="1975"/>
                    <a:pt x="6898" y="0"/>
                    <a:pt x="4443" y="0"/>
                  </a:cubicBezTo>
                  <a:cubicBezTo>
                    <a:pt x="1990" y="0"/>
                    <a:pt x="0" y="1975"/>
                    <a:pt x="0" y="4413"/>
                  </a:cubicBezTo>
                  <a:cubicBezTo>
                    <a:pt x="0" y="6849"/>
                    <a:pt x="1990" y="8825"/>
                    <a:pt x="4443" y="882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0" name="Google Shape;290;p12"/>
            <p:cNvSpPr/>
            <p:nvPr/>
          </p:nvSpPr>
          <p:spPr>
            <a:xfrm>
              <a:off x="4492794" y="737948"/>
              <a:ext cx="76857" cy="76313"/>
            </a:xfrm>
            <a:custGeom>
              <a:rect b="b" l="l" r="r" t="t"/>
              <a:pathLst>
                <a:path extrusionOk="0" h="9112" w="9177">
                  <a:moveTo>
                    <a:pt x="4588" y="9113"/>
                  </a:moveTo>
                  <a:cubicBezTo>
                    <a:pt x="7123" y="9113"/>
                    <a:pt x="9177" y="7072"/>
                    <a:pt x="9177" y="4557"/>
                  </a:cubicBezTo>
                  <a:cubicBezTo>
                    <a:pt x="9177" y="2040"/>
                    <a:pt x="7123" y="0"/>
                    <a:pt x="4588" y="0"/>
                  </a:cubicBezTo>
                  <a:cubicBezTo>
                    <a:pt x="2055" y="0"/>
                    <a:pt x="0" y="2040"/>
                    <a:pt x="0" y="4557"/>
                  </a:cubicBezTo>
                  <a:cubicBezTo>
                    <a:pt x="0" y="7072"/>
                    <a:pt x="2055" y="9113"/>
                    <a:pt x="4588" y="911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1" name="Google Shape;291;p12"/>
            <p:cNvSpPr/>
            <p:nvPr/>
          </p:nvSpPr>
          <p:spPr>
            <a:xfrm>
              <a:off x="4505120" y="555241"/>
              <a:ext cx="79278" cy="78733"/>
            </a:xfrm>
            <a:custGeom>
              <a:rect b="b" l="l" r="r" t="t"/>
              <a:pathLst>
                <a:path extrusionOk="0" h="9401" w="9466">
                  <a:moveTo>
                    <a:pt x="4733" y="9401"/>
                  </a:moveTo>
                  <a:cubicBezTo>
                    <a:pt x="7348" y="9401"/>
                    <a:pt x="9467" y="7296"/>
                    <a:pt x="9467" y="4701"/>
                  </a:cubicBezTo>
                  <a:cubicBezTo>
                    <a:pt x="9467" y="2104"/>
                    <a:pt x="7348" y="0"/>
                    <a:pt x="4733" y="0"/>
                  </a:cubicBezTo>
                  <a:cubicBezTo>
                    <a:pt x="2118" y="0"/>
                    <a:pt x="0" y="2104"/>
                    <a:pt x="0" y="4701"/>
                  </a:cubicBezTo>
                  <a:cubicBezTo>
                    <a:pt x="0" y="7296"/>
                    <a:pt x="2118" y="9401"/>
                    <a:pt x="4733" y="940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2" name="Google Shape;292;p12"/>
            <p:cNvSpPr/>
            <p:nvPr/>
          </p:nvSpPr>
          <p:spPr>
            <a:xfrm>
              <a:off x="4531300" y="374428"/>
              <a:ext cx="80903" cy="80333"/>
            </a:xfrm>
            <a:custGeom>
              <a:rect b="b" l="l" r="r" t="t"/>
              <a:pathLst>
                <a:path extrusionOk="0" h="9592" w="9660">
                  <a:moveTo>
                    <a:pt x="4830" y="9593"/>
                  </a:moveTo>
                  <a:cubicBezTo>
                    <a:pt x="7498" y="9593"/>
                    <a:pt x="9660" y="7446"/>
                    <a:pt x="9660" y="4797"/>
                  </a:cubicBezTo>
                  <a:cubicBezTo>
                    <a:pt x="9660" y="2148"/>
                    <a:pt x="7498" y="0"/>
                    <a:pt x="4830" y="0"/>
                  </a:cubicBezTo>
                  <a:cubicBezTo>
                    <a:pt x="2163" y="0"/>
                    <a:pt x="0" y="2148"/>
                    <a:pt x="0" y="4797"/>
                  </a:cubicBezTo>
                  <a:cubicBezTo>
                    <a:pt x="0" y="7446"/>
                    <a:pt x="2163" y="9593"/>
                    <a:pt x="4830" y="959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3" name="Google Shape;293;p12"/>
            <p:cNvSpPr/>
            <p:nvPr/>
          </p:nvSpPr>
          <p:spPr>
            <a:xfrm>
              <a:off x="4571213" y="196495"/>
              <a:ext cx="81707" cy="81129"/>
            </a:xfrm>
            <a:custGeom>
              <a:rect b="b" l="l" r="r" t="t"/>
              <a:pathLst>
                <a:path extrusionOk="0" h="9687" w="9756">
                  <a:moveTo>
                    <a:pt x="4879" y="9688"/>
                  </a:moveTo>
                  <a:cubicBezTo>
                    <a:pt x="7572" y="9688"/>
                    <a:pt x="9756" y="7519"/>
                    <a:pt x="9756" y="4843"/>
                  </a:cubicBezTo>
                  <a:cubicBezTo>
                    <a:pt x="9756" y="2169"/>
                    <a:pt x="7572" y="0"/>
                    <a:pt x="4879" y="0"/>
                  </a:cubicBezTo>
                  <a:cubicBezTo>
                    <a:pt x="2184" y="0"/>
                    <a:pt x="0" y="2169"/>
                    <a:pt x="0" y="4843"/>
                  </a:cubicBezTo>
                  <a:cubicBezTo>
                    <a:pt x="0" y="7519"/>
                    <a:pt x="2184" y="9688"/>
                    <a:pt x="4879" y="96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4" name="Google Shape;294;p12"/>
            <p:cNvSpPr/>
            <p:nvPr/>
          </p:nvSpPr>
          <p:spPr>
            <a:xfrm>
              <a:off x="4624212" y="21991"/>
              <a:ext cx="82519" cy="81949"/>
            </a:xfrm>
            <a:custGeom>
              <a:rect b="b" l="l" r="r" t="t"/>
              <a:pathLst>
                <a:path extrusionOk="0" h="9785" w="9853">
                  <a:moveTo>
                    <a:pt x="4926" y="9785"/>
                  </a:moveTo>
                  <a:cubicBezTo>
                    <a:pt x="7648" y="9785"/>
                    <a:pt x="9854" y="7594"/>
                    <a:pt x="9854" y="4892"/>
                  </a:cubicBezTo>
                  <a:cubicBezTo>
                    <a:pt x="9854" y="2191"/>
                    <a:pt x="7648" y="0"/>
                    <a:pt x="4926" y="0"/>
                  </a:cubicBezTo>
                  <a:cubicBezTo>
                    <a:pt x="2206" y="0"/>
                    <a:pt x="0" y="2191"/>
                    <a:pt x="0" y="4892"/>
                  </a:cubicBezTo>
                  <a:cubicBezTo>
                    <a:pt x="0" y="7594"/>
                    <a:pt x="2206" y="9785"/>
                    <a:pt x="4926" y="978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5" name="Google Shape;295;p12"/>
            <p:cNvSpPr/>
            <p:nvPr/>
          </p:nvSpPr>
          <p:spPr>
            <a:xfrm>
              <a:off x="6895243" y="3450323"/>
              <a:ext cx="45309" cy="45309"/>
            </a:xfrm>
            <a:custGeom>
              <a:rect b="b" l="l" r="r" t="t"/>
              <a:pathLst>
                <a:path extrusionOk="0" h="5410" w="5410">
                  <a:moveTo>
                    <a:pt x="5410" y="2705"/>
                  </a:moveTo>
                  <a:cubicBezTo>
                    <a:pt x="5410" y="4199"/>
                    <a:pt x="4199" y="5410"/>
                    <a:pt x="2705" y="5410"/>
                  </a:cubicBezTo>
                  <a:cubicBezTo>
                    <a:pt x="1211" y="5410"/>
                    <a:pt x="0" y="4199"/>
                    <a:pt x="0" y="2705"/>
                  </a:cubicBezTo>
                  <a:cubicBezTo>
                    <a:pt x="0" y="1211"/>
                    <a:pt x="1211" y="0"/>
                    <a:pt x="2705" y="0"/>
                  </a:cubicBezTo>
                  <a:cubicBezTo>
                    <a:pt x="4199" y="0"/>
                    <a:pt x="5410" y="1211"/>
                    <a:pt x="5410" y="27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6" name="Google Shape;296;p12"/>
            <p:cNvSpPr/>
            <p:nvPr/>
          </p:nvSpPr>
          <p:spPr>
            <a:xfrm>
              <a:off x="6709172" y="3434577"/>
              <a:ext cx="51774" cy="51414"/>
            </a:xfrm>
            <a:custGeom>
              <a:rect b="b" l="l" r="r" t="t"/>
              <a:pathLst>
                <a:path extrusionOk="0" h="6139" w="6182">
                  <a:moveTo>
                    <a:pt x="3091" y="6140"/>
                  </a:moveTo>
                  <a:cubicBezTo>
                    <a:pt x="4798" y="6140"/>
                    <a:pt x="6183" y="4765"/>
                    <a:pt x="6183" y="3070"/>
                  </a:cubicBezTo>
                  <a:cubicBezTo>
                    <a:pt x="6183" y="1374"/>
                    <a:pt x="4798" y="0"/>
                    <a:pt x="3091" y="0"/>
                  </a:cubicBezTo>
                  <a:cubicBezTo>
                    <a:pt x="1384" y="0"/>
                    <a:pt x="0" y="1374"/>
                    <a:pt x="0" y="3070"/>
                  </a:cubicBezTo>
                  <a:cubicBezTo>
                    <a:pt x="0" y="4765"/>
                    <a:pt x="1384" y="6140"/>
                    <a:pt x="3091" y="614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7" name="Google Shape;297;p12"/>
            <p:cNvSpPr/>
            <p:nvPr/>
          </p:nvSpPr>
          <p:spPr>
            <a:xfrm>
              <a:off x="6524847" y="3406240"/>
              <a:ext cx="57427" cy="57427"/>
            </a:xfrm>
            <a:custGeom>
              <a:rect b="b" l="l" r="r" t="t"/>
              <a:pathLst>
                <a:path extrusionOk="0" h="6857" w="6857">
                  <a:moveTo>
                    <a:pt x="6858" y="3429"/>
                  </a:moveTo>
                  <a:cubicBezTo>
                    <a:pt x="6858" y="5323"/>
                    <a:pt x="5323" y="6858"/>
                    <a:pt x="3429" y="6858"/>
                  </a:cubicBezTo>
                  <a:cubicBezTo>
                    <a:pt x="1535" y="6858"/>
                    <a:pt x="0" y="5323"/>
                    <a:pt x="0" y="3429"/>
                  </a:cubicBezTo>
                  <a:cubicBezTo>
                    <a:pt x="0" y="1535"/>
                    <a:pt x="1535" y="0"/>
                    <a:pt x="3429" y="0"/>
                  </a:cubicBezTo>
                  <a:cubicBezTo>
                    <a:pt x="5323" y="0"/>
                    <a:pt x="6858" y="1535"/>
                    <a:pt x="6858" y="34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8" name="Google Shape;298;p12"/>
            <p:cNvSpPr/>
            <p:nvPr/>
          </p:nvSpPr>
          <p:spPr>
            <a:xfrm>
              <a:off x="6343137" y="3366189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19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19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19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6165323" y="3314416"/>
              <a:ext cx="65526" cy="65065"/>
            </a:xfrm>
            <a:custGeom>
              <a:rect b="b" l="l" r="r" t="t"/>
              <a:pathLst>
                <a:path extrusionOk="0" h="7769" w="7824">
                  <a:moveTo>
                    <a:pt x="3913" y="7770"/>
                  </a:moveTo>
                  <a:cubicBezTo>
                    <a:pt x="6073" y="7770"/>
                    <a:pt x="7825" y="6030"/>
                    <a:pt x="7825" y="3885"/>
                  </a:cubicBezTo>
                  <a:cubicBezTo>
                    <a:pt x="7825" y="1739"/>
                    <a:pt x="6073" y="0"/>
                    <a:pt x="3913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0"/>
                    <a:pt x="1752" y="7770"/>
                    <a:pt x="3913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5991066" y="3250152"/>
              <a:ext cx="69579" cy="69085"/>
            </a:xfrm>
            <a:custGeom>
              <a:rect b="b" l="l" r="r" t="t"/>
              <a:pathLst>
                <a:path extrusionOk="0" h="8249" w="8308">
                  <a:moveTo>
                    <a:pt x="4154" y="8250"/>
                  </a:moveTo>
                  <a:cubicBezTo>
                    <a:pt x="6448" y="8250"/>
                    <a:pt x="8309" y="6403"/>
                    <a:pt x="8309" y="4125"/>
                  </a:cubicBezTo>
                  <a:cubicBezTo>
                    <a:pt x="8309" y="1847"/>
                    <a:pt x="6448" y="0"/>
                    <a:pt x="4154" y="0"/>
                  </a:cubicBezTo>
                  <a:cubicBezTo>
                    <a:pt x="1860" y="0"/>
                    <a:pt x="0" y="1847"/>
                    <a:pt x="0" y="4125"/>
                  </a:cubicBezTo>
                  <a:cubicBezTo>
                    <a:pt x="0" y="6403"/>
                    <a:pt x="1860" y="8250"/>
                    <a:pt x="4154" y="82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5821619" y="3174129"/>
              <a:ext cx="73616" cy="73097"/>
            </a:xfrm>
            <a:custGeom>
              <a:rect b="b" l="l" r="r" t="t"/>
              <a:pathLst>
                <a:path extrusionOk="0" h="8728" w="8790">
                  <a:moveTo>
                    <a:pt x="4395" y="8729"/>
                  </a:moveTo>
                  <a:cubicBezTo>
                    <a:pt x="6823" y="8729"/>
                    <a:pt x="8791" y="6775"/>
                    <a:pt x="8791" y="4364"/>
                  </a:cubicBezTo>
                  <a:cubicBezTo>
                    <a:pt x="8791" y="1954"/>
                    <a:pt x="6823" y="0"/>
                    <a:pt x="4395" y="0"/>
                  </a:cubicBezTo>
                  <a:cubicBezTo>
                    <a:pt x="1968" y="0"/>
                    <a:pt x="0" y="1954"/>
                    <a:pt x="0" y="4364"/>
                  </a:cubicBezTo>
                  <a:cubicBezTo>
                    <a:pt x="0" y="6775"/>
                    <a:pt x="1968" y="8729"/>
                    <a:pt x="4395" y="87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5658160" y="3087078"/>
              <a:ext cx="76857" cy="76313"/>
            </a:xfrm>
            <a:custGeom>
              <a:rect b="b" l="l" r="r" t="t"/>
              <a:pathLst>
                <a:path extrusionOk="0" h="9112" w="9177">
                  <a:moveTo>
                    <a:pt x="4589" y="9113"/>
                  </a:moveTo>
                  <a:cubicBezTo>
                    <a:pt x="7123" y="9113"/>
                    <a:pt x="9177" y="7072"/>
                    <a:pt x="9177" y="4556"/>
                  </a:cubicBezTo>
                  <a:cubicBezTo>
                    <a:pt x="9177" y="2039"/>
                    <a:pt x="7123" y="0"/>
                    <a:pt x="4589" y="0"/>
                  </a:cubicBezTo>
                  <a:cubicBezTo>
                    <a:pt x="2055" y="0"/>
                    <a:pt x="0" y="2039"/>
                    <a:pt x="0" y="4556"/>
                  </a:cubicBezTo>
                  <a:cubicBezTo>
                    <a:pt x="0" y="7072"/>
                    <a:pt x="2055" y="9113"/>
                    <a:pt x="4589" y="911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5501917" y="2989822"/>
              <a:ext cx="78474" cy="77921"/>
            </a:xfrm>
            <a:custGeom>
              <a:rect b="b" l="l" r="r" t="t"/>
              <a:pathLst>
                <a:path extrusionOk="0" h="9304" w="9370">
                  <a:moveTo>
                    <a:pt x="4685" y="9305"/>
                  </a:moveTo>
                  <a:cubicBezTo>
                    <a:pt x="7273" y="9305"/>
                    <a:pt x="9371" y="7222"/>
                    <a:pt x="9371" y="4652"/>
                  </a:cubicBezTo>
                  <a:cubicBezTo>
                    <a:pt x="9371" y="2083"/>
                    <a:pt x="7273" y="0"/>
                    <a:pt x="4685" y="0"/>
                  </a:cubicBezTo>
                  <a:cubicBezTo>
                    <a:pt x="2098" y="0"/>
                    <a:pt x="0" y="2083"/>
                    <a:pt x="0" y="4652"/>
                  </a:cubicBezTo>
                  <a:cubicBezTo>
                    <a:pt x="0" y="7222"/>
                    <a:pt x="2098" y="9305"/>
                    <a:pt x="4685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4" name="Google Shape;304;p12"/>
            <p:cNvSpPr/>
            <p:nvPr/>
          </p:nvSpPr>
          <p:spPr>
            <a:xfrm>
              <a:off x="5353235" y="2882453"/>
              <a:ext cx="79278" cy="78725"/>
            </a:xfrm>
            <a:custGeom>
              <a:rect b="b" l="l" r="r" t="t"/>
              <a:pathLst>
                <a:path extrusionOk="0" h="9400" w="9466">
                  <a:moveTo>
                    <a:pt x="4733" y="9400"/>
                  </a:moveTo>
                  <a:cubicBezTo>
                    <a:pt x="7348" y="9400"/>
                    <a:pt x="9467" y="7296"/>
                    <a:pt x="9467" y="4700"/>
                  </a:cubicBezTo>
                  <a:cubicBezTo>
                    <a:pt x="9467" y="2104"/>
                    <a:pt x="7348" y="0"/>
                    <a:pt x="4733" y="0"/>
                  </a:cubicBezTo>
                  <a:cubicBezTo>
                    <a:pt x="2119" y="0"/>
                    <a:pt x="0" y="2104"/>
                    <a:pt x="0" y="4700"/>
                  </a:cubicBezTo>
                  <a:cubicBezTo>
                    <a:pt x="0" y="7296"/>
                    <a:pt x="2119" y="9400"/>
                    <a:pt x="4733" y="94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5" name="Google Shape;305;p12"/>
            <p:cNvSpPr/>
            <p:nvPr/>
          </p:nvSpPr>
          <p:spPr>
            <a:xfrm>
              <a:off x="5212829" y="2765465"/>
              <a:ext cx="79286" cy="78725"/>
            </a:xfrm>
            <a:custGeom>
              <a:rect b="b" l="l" r="r" t="t"/>
              <a:pathLst>
                <a:path extrusionOk="0" h="9400" w="9467">
                  <a:moveTo>
                    <a:pt x="4734" y="9400"/>
                  </a:moveTo>
                  <a:cubicBezTo>
                    <a:pt x="7349" y="9400"/>
                    <a:pt x="9468" y="7296"/>
                    <a:pt x="9468" y="4701"/>
                  </a:cubicBezTo>
                  <a:cubicBezTo>
                    <a:pt x="9468" y="2104"/>
                    <a:pt x="7349" y="0"/>
                    <a:pt x="4734" y="0"/>
                  </a:cubicBezTo>
                  <a:cubicBezTo>
                    <a:pt x="2119" y="0"/>
                    <a:pt x="0" y="2104"/>
                    <a:pt x="0" y="4701"/>
                  </a:cubicBezTo>
                  <a:cubicBezTo>
                    <a:pt x="0" y="7296"/>
                    <a:pt x="2119" y="9400"/>
                    <a:pt x="4734" y="94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5081796" y="2639571"/>
              <a:ext cx="77661" cy="77661"/>
            </a:xfrm>
            <a:custGeom>
              <a:rect b="b" l="l" r="r" t="t"/>
              <a:pathLst>
                <a:path extrusionOk="0" h="9273" w="9273">
                  <a:moveTo>
                    <a:pt x="9274" y="4637"/>
                  </a:moveTo>
                  <a:cubicBezTo>
                    <a:pt x="9274" y="7198"/>
                    <a:pt x="7198" y="9274"/>
                    <a:pt x="4637" y="9274"/>
                  </a:cubicBezTo>
                  <a:cubicBezTo>
                    <a:pt x="2076" y="9274"/>
                    <a:pt x="0" y="7198"/>
                    <a:pt x="0" y="4637"/>
                  </a:cubicBezTo>
                  <a:cubicBezTo>
                    <a:pt x="0" y="2076"/>
                    <a:pt x="2076" y="0"/>
                    <a:pt x="4637" y="0"/>
                  </a:cubicBezTo>
                  <a:cubicBezTo>
                    <a:pt x="7198" y="0"/>
                    <a:pt x="9274" y="2076"/>
                    <a:pt x="9274" y="46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7" name="Google Shape;307;p12"/>
            <p:cNvSpPr/>
            <p:nvPr/>
          </p:nvSpPr>
          <p:spPr>
            <a:xfrm>
              <a:off x="4960373" y="2505538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8" name="Google Shape;308;p12"/>
            <p:cNvSpPr/>
            <p:nvPr/>
          </p:nvSpPr>
          <p:spPr>
            <a:xfrm>
              <a:off x="4849950" y="2364793"/>
              <a:ext cx="70375" cy="69881"/>
            </a:xfrm>
            <a:custGeom>
              <a:rect b="b" l="l" r="r" t="t"/>
              <a:pathLst>
                <a:path extrusionOk="0" h="8344" w="8403">
                  <a:moveTo>
                    <a:pt x="4202" y="8345"/>
                  </a:moveTo>
                  <a:cubicBezTo>
                    <a:pt x="6523" y="8345"/>
                    <a:pt x="8404" y="6477"/>
                    <a:pt x="8404" y="4173"/>
                  </a:cubicBezTo>
                  <a:cubicBezTo>
                    <a:pt x="8404" y="1868"/>
                    <a:pt x="6523" y="0"/>
                    <a:pt x="4202" y="0"/>
                  </a:cubicBezTo>
                  <a:cubicBezTo>
                    <a:pt x="1881" y="0"/>
                    <a:pt x="0" y="1868"/>
                    <a:pt x="0" y="4173"/>
                  </a:cubicBezTo>
                  <a:cubicBezTo>
                    <a:pt x="0" y="6477"/>
                    <a:pt x="1881" y="8345"/>
                    <a:pt x="4202" y="83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09" name="Google Shape;309;p12"/>
            <p:cNvSpPr/>
            <p:nvPr/>
          </p:nvSpPr>
          <p:spPr>
            <a:xfrm>
              <a:off x="4750298" y="2216715"/>
              <a:ext cx="64722" cy="64270"/>
            </a:xfrm>
            <a:custGeom>
              <a:rect b="b" l="l" r="r" t="t"/>
              <a:pathLst>
                <a:path extrusionOk="0" h="7674" w="7728">
                  <a:moveTo>
                    <a:pt x="3864" y="7674"/>
                  </a:moveTo>
                  <a:cubicBezTo>
                    <a:pt x="5998" y="7674"/>
                    <a:pt x="7729" y="5956"/>
                    <a:pt x="7729" y="3837"/>
                  </a:cubicBezTo>
                  <a:cubicBezTo>
                    <a:pt x="7729" y="1718"/>
                    <a:pt x="5998" y="0"/>
                    <a:pt x="3864" y="0"/>
                  </a:cubicBezTo>
                  <a:cubicBezTo>
                    <a:pt x="1730" y="0"/>
                    <a:pt x="0" y="1718"/>
                    <a:pt x="0" y="3837"/>
                  </a:cubicBezTo>
                  <a:cubicBezTo>
                    <a:pt x="0" y="5956"/>
                    <a:pt x="1730" y="7674"/>
                    <a:pt x="3864" y="7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4660267" y="2060710"/>
              <a:ext cx="61481" cy="61045"/>
            </a:xfrm>
            <a:custGeom>
              <a:rect b="b" l="l" r="r" t="t"/>
              <a:pathLst>
                <a:path extrusionOk="0" h="7289" w="7341">
                  <a:moveTo>
                    <a:pt x="3671" y="7289"/>
                  </a:moveTo>
                  <a:cubicBezTo>
                    <a:pt x="5698" y="7289"/>
                    <a:pt x="7342" y="5658"/>
                    <a:pt x="7342" y="3644"/>
                  </a:cubicBezTo>
                  <a:cubicBezTo>
                    <a:pt x="7342" y="1632"/>
                    <a:pt x="5698" y="0"/>
                    <a:pt x="3671" y="0"/>
                  </a:cubicBezTo>
                  <a:cubicBezTo>
                    <a:pt x="1643" y="0"/>
                    <a:pt x="0" y="1632"/>
                    <a:pt x="0" y="3644"/>
                  </a:cubicBezTo>
                  <a:cubicBezTo>
                    <a:pt x="0" y="5658"/>
                    <a:pt x="1643" y="7289"/>
                    <a:pt x="3671" y="72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1" name="Google Shape;311;p12"/>
            <p:cNvSpPr/>
            <p:nvPr/>
          </p:nvSpPr>
          <p:spPr>
            <a:xfrm>
              <a:off x="4581546" y="1898733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1"/>
                    <a:pt x="6955" y="3454"/>
                  </a:cubicBezTo>
                  <a:cubicBezTo>
                    <a:pt x="6955" y="1547"/>
                    <a:pt x="5398" y="0"/>
                    <a:pt x="3478" y="0"/>
                  </a:cubicBezTo>
                  <a:cubicBezTo>
                    <a:pt x="1557" y="0"/>
                    <a:pt x="0" y="1547"/>
                    <a:pt x="0" y="3454"/>
                  </a:cubicBezTo>
                  <a:cubicBezTo>
                    <a:pt x="0" y="5361"/>
                    <a:pt x="1557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2" name="Google Shape;312;p12"/>
            <p:cNvSpPr/>
            <p:nvPr/>
          </p:nvSpPr>
          <p:spPr>
            <a:xfrm>
              <a:off x="4512472" y="1729587"/>
              <a:ext cx="59061" cy="58633"/>
            </a:xfrm>
            <a:custGeom>
              <a:rect b="b" l="l" r="r" t="t"/>
              <a:pathLst>
                <a:path extrusionOk="0" h="7001" w="7052">
                  <a:moveTo>
                    <a:pt x="3526" y="7002"/>
                  </a:moveTo>
                  <a:cubicBezTo>
                    <a:pt x="5474" y="7002"/>
                    <a:pt x="7052" y="5435"/>
                    <a:pt x="7052" y="3501"/>
                  </a:cubicBezTo>
                  <a:cubicBezTo>
                    <a:pt x="7052" y="1567"/>
                    <a:pt x="5474" y="0"/>
                    <a:pt x="3526" y="0"/>
                  </a:cubicBezTo>
                  <a:cubicBezTo>
                    <a:pt x="1579" y="0"/>
                    <a:pt x="0" y="1567"/>
                    <a:pt x="0" y="3501"/>
                  </a:cubicBezTo>
                  <a:cubicBezTo>
                    <a:pt x="0" y="5435"/>
                    <a:pt x="1579" y="7002"/>
                    <a:pt x="3526" y="70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4454618" y="1555074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3"/>
                    <a:pt x="1644" y="0"/>
                    <a:pt x="3671" y="0"/>
                  </a:cubicBezTo>
                  <a:cubicBezTo>
                    <a:pt x="5698" y="0"/>
                    <a:pt x="7342" y="1643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4" name="Google Shape;314;p12"/>
            <p:cNvSpPr/>
            <p:nvPr/>
          </p:nvSpPr>
          <p:spPr>
            <a:xfrm>
              <a:off x="4408660" y="1377086"/>
              <a:ext cx="64722" cy="64270"/>
            </a:xfrm>
            <a:custGeom>
              <a:rect b="b" l="l" r="r" t="t"/>
              <a:pathLst>
                <a:path extrusionOk="0" h="7674" w="7728">
                  <a:moveTo>
                    <a:pt x="3864" y="7674"/>
                  </a:moveTo>
                  <a:cubicBezTo>
                    <a:pt x="5998" y="7674"/>
                    <a:pt x="7729" y="5957"/>
                    <a:pt x="7729" y="3838"/>
                  </a:cubicBezTo>
                  <a:cubicBezTo>
                    <a:pt x="7729" y="1718"/>
                    <a:pt x="5998" y="0"/>
                    <a:pt x="3864" y="0"/>
                  </a:cubicBezTo>
                  <a:cubicBezTo>
                    <a:pt x="1730" y="0"/>
                    <a:pt x="0" y="1718"/>
                    <a:pt x="0" y="3838"/>
                  </a:cubicBezTo>
                  <a:cubicBezTo>
                    <a:pt x="0" y="5957"/>
                    <a:pt x="1730" y="7674"/>
                    <a:pt x="3864" y="7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5" name="Google Shape;315;p12"/>
            <p:cNvSpPr/>
            <p:nvPr/>
          </p:nvSpPr>
          <p:spPr>
            <a:xfrm>
              <a:off x="4374818" y="1195852"/>
              <a:ext cx="68767" cy="68281"/>
            </a:xfrm>
            <a:custGeom>
              <a:rect b="b" l="l" r="r" t="t"/>
              <a:pathLst>
                <a:path extrusionOk="0" h="8153" w="8211">
                  <a:moveTo>
                    <a:pt x="4105" y="8153"/>
                  </a:moveTo>
                  <a:cubicBezTo>
                    <a:pt x="6373" y="8153"/>
                    <a:pt x="8211" y="6328"/>
                    <a:pt x="8211" y="4077"/>
                  </a:cubicBezTo>
                  <a:cubicBezTo>
                    <a:pt x="8211" y="1825"/>
                    <a:pt x="6373" y="0"/>
                    <a:pt x="4105" y="0"/>
                  </a:cubicBezTo>
                  <a:cubicBezTo>
                    <a:pt x="1838" y="0"/>
                    <a:pt x="0" y="1825"/>
                    <a:pt x="0" y="4077"/>
                  </a:cubicBezTo>
                  <a:cubicBezTo>
                    <a:pt x="0" y="6328"/>
                    <a:pt x="1838" y="8153"/>
                    <a:pt x="4105" y="8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6" name="Google Shape;316;p12"/>
            <p:cNvSpPr/>
            <p:nvPr/>
          </p:nvSpPr>
          <p:spPr>
            <a:xfrm>
              <a:off x="4354034" y="1013246"/>
              <a:ext cx="72008" cy="71497"/>
            </a:xfrm>
            <a:custGeom>
              <a:rect b="b" l="l" r="r" t="t"/>
              <a:pathLst>
                <a:path extrusionOk="0" h="8537" w="8598">
                  <a:moveTo>
                    <a:pt x="4300" y="8537"/>
                  </a:moveTo>
                  <a:cubicBezTo>
                    <a:pt x="6673" y="8537"/>
                    <a:pt x="8598" y="6626"/>
                    <a:pt x="8598" y="4268"/>
                  </a:cubicBezTo>
                  <a:cubicBezTo>
                    <a:pt x="8598" y="1911"/>
                    <a:pt x="6673" y="0"/>
                    <a:pt x="4300" y="0"/>
                  </a:cubicBezTo>
                  <a:cubicBezTo>
                    <a:pt x="1925" y="0"/>
                    <a:pt x="0" y="1911"/>
                    <a:pt x="0" y="4268"/>
                  </a:cubicBezTo>
                  <a:cubicBezTo>
                    <a:pt x="0" y="6626"/>
                    <a:pt x="1925" y="8537"/>
                    <a:pt x="4300" y="85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7" name="Google Shape;317;p12"/>
            <p:cNvSpPr/>
            <p:nvPr/>
          </p:nvSpPr>
          <p:spPr>
            <a:xfrm>
              <a:off x="4346024" y="829744"/>
              <a:ext cx="75233" cy="74705"/>
            </a:xfrm>
            <a:custGeom>
              <a:rect b="b" l="l" r="r" t="t"/>
              <a:pathLst>
                <a:path extrusionOk="0" h="8920" w="8983">
                  <a:moveTo>
                    <a:pt x="4492" y="8920"/>
                  </a:moveTo>
                  <a:cubicBezTo>
                    <a:pt x="6972" y="8920"/>
                    <a:pt x="8984" y="6924"/>
                    <a:pt x="8984" y="4461"/>
                  </a:cubicBezTo>
                  <a:cubicBezTo>
                    <a:pt x="8984" y="1996"/>
                    <a:pt x="6972" y="0"/>
                    <a:pt x="4492" y="0"/>
                  </a:cubicBezTo>
                  <a:cubicBezTo>
                    <a:pt x="2011" y="0"/>
                    <a:pt x="0" y="1996"/>
                    <a:pt x="0" y="4461"/>
                  </a:cubicBezTo>
                  <a:cubicBezTo>
                    <a:pt x="0" y="6924"/>
                    <a:pt x="2011" y="8920"/>
                    <a:pt x="4492" y="892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8" name="Google Shape;318;p12"/>
            <p:cNvSpPr/>
            <p:nvPr/>
          </p:nvSpPr>
          <p:spPr>
            <a:xfrm>
              <a:off x="4351199" y="646654"/>
              <a:ext cx="77670" cy="77117"/>
            </a:xfrm>
            <a:custGeom>
              <a:rect b="b" l="l" r="r" t="t"/>
              <a:pathLst>
                <a:path extrusionOk="0" h="9208" w="9274">
                  <a:moveTo>
                    <a:pt x="4638" y="9209"/>
                  </a:moveTo>
                  <a:cubicBezTo>
                    <a:pt x="7198" y="9209"/>
                    <a:pt x="9275" y="7148"/>
                    <a:pt x="9275" y="4604"/>
                  </a:cubicBezTo>
                  <a:cubicBezTo>
                    <a:pt x="9275" y="2061"/>
                    <a:pt x="7198" y="0"/>
                    <a:pt x="4638" y="0"/>
                  </a:cubicBezTo>
                  <a:cubicBezTo>
                    <a:pt x="2076" y="0"/>
                    <a:pt x="0" y="2061"/>
                    <a:pt x="0" y="4604"/>
                  </a:cubicBezTo>
                  <a:cubicBezTo>
                    <a:pt x="0" y="7148"/>
                    <a:pt x="2076" y="9209"/>
                    <a:pt x="4638" y="920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19" name="Google Shape;319;p12"/>
            <p:cNvSpPr/>
            <p:nvPr/>
          </p:nvSpPr>
          <p:spPr>
            <a:xfrm>
              <a:off x="4369560" y="464853"/>
              <a:ext cx="79278" cy="78725"/>
            </a:xfrm>
            <a:custGeom>
              <a:rect b="b" l="l" r="r" t="t"/>
              <a:pathLst>
                <a:path extrusionOk="0" h="9400" w="9466">
                  <a:moveTo>
                    <a:pt x="4733" y="9400"/>
                  </a:moveTo>
                  <a:cubicBezTo>
                    <a:pt x="7348" y="9400"/>
                    <a:pt x="9467" y="7296"/>
                    <a:pt x="9467" y="4700"/>
                  </a:cubicBezTo>
                  <a:cubicBezTo>
                    <a:pt x="9467" y="2104"/>
                    <a:pt x="7348" y="0"/>
                    <a:pt x="4733" y="0"/>
                  </a:cubicBezTo>
                  <a:cubicBezTo>
                    <a:pt x="2119" y="0"/>
                    <a:pt x="0" y="2104"/>
                    <a:pt x="0" y="4700"/>
                  </a:cubicBezTo>
                  <a:cubicBezTo>
                    <a:pt x="0" y="7296"/>
                    <a:pt x="2119" y="9400"/>
                    <a:pt x="4733" y="94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0" name="Google Shape;320;p12"/>
            <p:cNvSpPr/>
            <p:nvPr/>
          </p:nvSpPr>
          <p:spPr>
            <a:xfrm>
              <a:off x="4400175" y="284405"/>
              <a:ext cx="81715" cy="81129"/>
            </a:xfrm>
            <a:custGeom>
              <a:rect b="b" l="l" r="r" t="t"/>
              <a:pathLst>
                <a:path extrusionOk="0" h="9687" w="9757">
                  <a:moveTo>
                    <a:pt x="4879" y="9688"/>
                  </a:moveTo>
                  <a:cubicBezTo>
                    <a:pt x="7573" y="9688"/>
                    <a:pt x="9757" y="7519"/>
                    <a:pt x="9757" y="4843"/>
                  </a:cubicBezTo>
                  <a:cubicBezTo>
                    <a:pt x="9757" y="2169"/>
                    <a:pt x="7573" y="0"/>
                    <a:pt x="4879" y="0"/>
                  </a:cubicBezTo>
                  <a:cubicBezTo>
                    <a:pt x="2184" y="0"/>
                    <a:pt x="0" y="2169"/>
                    <a:pt x="0" y="4843"/>
                  </a:cubicBezTo>
                  <a:cubicBezTo>
                    <a:pt x="0" y="7519"/>
                    <a:pt x="2184" y="9688"/>
                    <a:pt x="4879" y="96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4444112" y="107414"/>
              <a:ext cx="82519" cy="81949"/>
            </a:xfrm>
            <a:custGeom>
              <a:rect b="b" l="l" r="r" t="t"/>
              <a:pathLst>
                <a:path extrusionOk="0" h="9785" w="9853">
                  <a:moveTo>
                    <a:pt x="4926" y="9785"/>
                  </a:moveTo>
                  <a:cubicBezTo>
                    <a:pt x="7648" y="9785"/>
                    <a:pt x="9854" y="7594"/>
                    <a:pt x="9854" y="4892"/>
                  </a:cubicBezTo>
                  <a:cubicBezTo>
                    <a:pt x="9854" y="2191"/>
                    <a:pt x="7648" y="0"/>
                    <a:pt x="4926" y="0"/>
                  </a:cubicBezTo>
                  <a:cubicBezTo>
                    <a:pt x="2206" y="0"/>
                    <a:pt x="0" y="2191"/>
                    <a:pt x="0" y="4892"/>
                  </a:cubicBezTo>
                  <a:cubicBezTo>
                    <a:pt x="0" y="7594"/>
                    <a:pt x="2206" y="9785"/>
                    <a:pt x="4926" y="978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6942682" y="3598164"/>
              <a:ext cx="42068" cy="41775"/>
            </a:xfrm>
            <a:custGeom>
              <a:rect b="b" l="l" r="r" t="t"/>
              <a:pathLst>
                <a:path extrusionOk="0" h="4988" w="5023">
                  <a:moveTo>
                    <a:pt x="2512" y="4988"/>
                  </a:moveTo>
                  <a:cubicBezTo>
                    <a:pt x="3899" y="4988"/>
                    <a:pt x="5023" y="3871"/>
                    <a:pt x="5023" y="2494"/>
                  </a:cubicBezTo>
                  <a:cubicBezTo>
                    <a:pt x="5023" y="1116"/>
                    <a:pt x="3899" y="0"/>
                    <a:pt x="2512" y="0"/>
                  </a:cubicBezTo>
                  <a:cubicBezTo>
                    <a:pt x="1125" y="0"/>
                    <a:pt x="0" y="1116"/>
                    <a:pt x="0" y="2494"/>
                  </a:cubicBezTo>
                  <a:cubicBezTo>
                    <a:pt x="0" y="3871"/>
                    <a:pt x="1125" y="4988"/>
                    <a:pt x="2512" y="49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3" name="Google Shape;323;p12"/>
            <p:cNvSpPr/>
            <p:nvPr/>
          </p:nvSpPr>
          <p:spPr>
            <a:xfrm>
              <a:off x="6755568" y="3584950"/>
              <a:ext cx="50158" cy="50158"/>
            </a:xfrm>
            <a:custGeom>
              <a:rect b="b" l="l" r="r" t="t"/>
              <a:pathLst>
                <a:path extrusionOk="0" h="5989" w="5989">
                  <a:moveTo>
                    <a:pt x="5989" y="2995"/>
                  </a:moveTo>
                  <a:cubicBezTo>
                    <a:pt x="5989" y="4649"/>
                    <a:pt x="4649" y="5989"/>
                    <a:pt x="2995" y="5989"/>
                  </a:cubicBezTo>
                  <a:cubicBezTo>
                    <a:pt x="1341" y="5989"/>
                    <a:pt x="0" y="4649"/>
                    <a:pt x="0" y="2995"/>
                  </a:cubicBezTo>
                  <a:cubicBezTo>
                    <a:pt x="0" y="1341"/>
                    <a:pt x="1341" y="0"/>
                    <a:pt x="2995" y="0"/>
                  </a:cubicBezTo>
                  <a:cubicBezTo>
                    <a:pt x="4649" y="0"/>
                    <a:pt x="5989" y="1341"/>
                    <a:pt x="5989" y="29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4" name="Google Shape;324;p12"/>
            <p:cNvSpPr/>
            <p:nvPr/>
          </p:nvSpPr>
          <p:spPr>
            <a:xfrm>
              <a:off x="6570677" y="3561304"/>
              <a:ext cx="55819" cy="55426"/>
            </a:xfrm>
            <a:custGeom>
              <a:rect b="b" l="l" r="r" t="t"/>
              <a:pathLst>
                <a:path extrusionOk="0" h="6618" w="6665">
                  <a:moveTo>
                    <a:pt x="3333" y="6619"/>
                  </a:moveTo>
                  <a:cubicBezTo>
                    <a:pt x="5174" y="6619"/>
                    <a:pt x="6666" y="5137"/>
                    <a:pt x="6666" y="3309"/>
                  </a:cubicBezTo>
                  <a:cubicBezTo>
                    <a:pt x="6666" y="1481"/>
                    <a:pt x="5174" y="0"/>
                    <a:pt x="3333" y="0"/>
                  </a:cubicBezTo>
                  <a:cubicBezTo>
                    <a:pt x="1493" y="0"/>
                    <a:pt x="0" y="1481"/>
                    <a:pt x="0" y="3309"/>
                  </a:cubicBezTo>
                  <a:cubicBezTo>
                    <a:pt x="0" y="5137"/>
                    <a:pt x="1493" y="6619"/>
                    <a:pt x="3333" y="661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6387577" y="3525350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6" name="Google Shape;326;p12"/>
            <p:cNvSpPr/>
            <p:nvPr/>
          </p:nvSpPr>
          <p:spPr>
            <a:xfrm>
              <a:off x="6208282" y="3479273"/>
              <a:ext cx="64722" cy="64270"/>
            </a:xfrm>
            <a:custGeom>
              <a:rect b="b" l="l" r="r" t="t"/>
              <a:pathLst>
                <a:path extrusionOk="0" h="7674" w="7728">
                  <a:moveTo>
                    <a:pt x="3864" y="7674"/>
                  </a:moveTo>
                  <a:cubicBezTo>
                    <a:pt x="5999" y="7674"/>
                    <a:pt x="7729" y="5956"/>
                    <a:pt x="7729" y="3838"/>
                  </a:cubicBezTo>
                  <a:cubicBezTo>
                    <a:pt x="7729" y="1718"/>
                    <a:pt x="5999" y="0"/>
                    <a:pt x="3864" y="0"/>
                  </a:cubicBezTo>
                  <a:cubicBezTo>
                    <a:pt x="1731" y="0"/>
                    <a:pt x="0" y="1718"/>
                    <a:pt x="0" y="3838"/>
                  </a:cubicBezTo>
                  <a:cubicBezTo>
                    <a:pt x="0" y="5956"/>
                    <a:pt x="1731" y="7674"/>
                    <a:pt x="3864" y="7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6031931" y="3421026"/>
              <a:ext cx="68767" cy="68281"/>
            </a:xfrm>
            <a:custGeom>
              <a:rect b="b" l="l" r="r" t="t"/>
              <a:pathLst>
                <a:path extrusionOk="0" h="8153" w="8211">
                  <a:moveTo>
                    <a:pt x="4105" y="8153"/>
                  </a:moveTo>
                  <a:cubicBezTo>
                    <a:pt x="6373" y="8153"/>
                    <a:pt x="8212" y="6328"/>
                    <a:pt x="8212" y="4077"/>
                  </a:cubicBezTo>
                  <a:cubicBezTo>
                    <a:pt x="8212" y="1826"/>
                    <a:pt x="6373" y="0"/>
                    <a:pt x="4105" y="0"/>
                  </a:cubicBezTo>
                  <a:cubicBezTo>
                    <a:pt x="1838" y="0"/>
                    <a:pt x="0" y="1826"/>
                    <a:pt x="0" y="4077"/>
                  </a:cubicBezTo>
                  <a:cubicBezTo>
                    <a:pt x="0" y="6328"/>
                    <a:pt x="1838" y="8153"/>
                    <a:pt x="4105" y="8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8" name="Google Shape;328;p12"/>
            <p:cNvSpPr/>
            <p:nvPr/>
          </p:nvSpPr>
          <p:spPr>
            <a:xfrm>
              <a:off x="5859722" y="3351458"/>
              <a:ext cx="72812" cy="72293"/>
            </a:xfrm>
            <a:custGeom>
              <a:rect b="b" l="l" r="r" t="t"/>
              <a:pathLst>
                <a:path extrusionOk="0" h="8632" w="8694">
                  <a:moveTo>
                    <a:pt x="4347" y="8633"/>
                  </a:moveTo>
                  <a:cubicBezTo>
                    <a:pt x="6748" y="8633"/>
                    <a:pt x="8694" y="6700"/>
                    <a:pt x="8694" y="4316"/>
                  </a:cubicBezTo>
                  <a:cubicBezTo>
                    <a:pt x="8694" y="1933"/>
                    <a:pt x="6748" y="0"/>
                    <a:pt x="4347" y="0"/>
                  </a:cubicBezTo>
                  <a:cubicBezTo>
                    <a:pt x="1946" y="0"/>
                    <a:pt x="0" y="1933"/>
                    <a:pt x="0" y="4316"/>
                  </a:cubicBezTo>
                  <a:cubicBezTo>
                    <a:pt x="0" y="6700"/>
                    <a:pt x="1946" y="8633"/>
                    <a:pt x="4347" y="86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5693182" y="3271412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0" name="Google Shape;330;p12"/>
            <p:cNvSpPr/>
            <p:nvPr/>
          </p:nvSpPr>
          <p:spPr>
            <a:xfrm>
              <a:off x="5531827" y="3180813"/>
              <a:ext cx="78474" cy="77921"/>
            </a:xfrm>
            <a:custGeom>
              <a:rect b="b" l="l" r="r" t="t"/>
              <a:pathLst>
                <a:path extrusionOk="0" h="9304" w="9370">
                  <a:moveTo>
                    <a:pt x="4685" y="9304"/>
                  </a:moveTo>
                  <a:cubicBezTo>
                    <a:pt x="7273" y="9304"/>
                    <a:pt x="9371" y="7222"/>
                    <a:pt x="9371" y="4652"/>
                  </a:cubicBezTo>
                  <a:cubicBezTo>
                    <a:pt x="9371" y="2082"/>
                    <a:pt x="7273" y="0"/>
                    <a:pt x="4685" y="0"/>
                  </a:cubicBezTo>
                  <a:cubicBezTo>
                    <a:pt x="2097" y="0"/>
                    <a:pt x="0" y="2082"/>
                    <a:pt x="0" y="4652"/>
                  </a:cubicBezTo>
                  <a:cubicBezTo>
                    <a:pt x="0" y="7222"/>
                    <a:pt x="2097" y="9304"/>
                    <a:pt x="4685" y="930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1" name="Google Shape;331;p12"/>
            <p:cNvSpPr/>
            <p:nvPr/>
          </p:nvSpPr>
          <p:spPr>
            <a:xfrm>
              <a:off x="5377586" y="3080174"/>
              <a:ext cx="80090" cy="80090"/>
            </a:xfrm>
            <a:custGeom>
              <a:rect b="b" l="l" r="r" t="t"/>
              <a:pathLst>
                <a:path extrusionOk="0" h="9563" w="9563">
                  <a:moveTo>
                    <a:pt x="9563" y="4782"/>
                  </a:moveTo>
                  <a:cubicBezTo>
                    <a:pt x="9563" y="7422"/>
                    <a:pt x="7422" y="9563"/>
                    <a:pt x="4782" y="9563"/>
                  </a:cubicBezTo>
                  <a:cubicBezTo>
                    <a:pt x="2141" y="9563"/>
                    <a:pt x="0" y="7422"/>
                    <a:pt x="0" y="4782"/>
                  </a:cubicBezTo>
                  <a:cubicBezTo>
                    <a:pt x="0" y="2141"/>
                    <a:pt x="2141" y="0"/>
                    <a:pt x="4782" y="0"/>
                  </a:cubicBezTo>
                  <a:cubicBezTo>
                    <a:pt x="7422" y="0"/>
                    <a:pt x="9563" y="2141"/>
                    <a:pt x="9563" y="47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2" name="Google Shape;332;p12"/>
            <p:cNvSpPr/>
            <p:nvPr/>
          </p:nvSpPr>
          <p:spPr>
            <a:xfrm>
              <a:off x="5231099" y="2970785"/>
              <a:ext cx="80090" cy="80090"/>
            </a:xfrm>
            <a:custGeom>
              <a:rect b="b" l="l" r="r" t="t"/>
              <a:pathLst>
                <a:path extrusionOk="0" h="9563" w="9563">
                  <a:moveTo>
                    <a:pt x="9563" y="4782"/>
                  </a:moveTo>
                  <a:cubicBezTo>
                    <a:pt x="9563" y="7422"/>
                    <a:pt x="7422" y="9563"/>
                    <a:pt x="4782" y="9563"/>
                  </a:cubicBezTo>
                  <a:cubicBezTo>
                    <a:pt x="2141" y="9563"/>
                    <a:pt x="0" y="7422"/>
                    <a:pt x="0" y="4782"/>
                  </a:cubicBezTo>
                  <a:cubicBezTo>
                    <a:pt x="0" y="2141"/>
                    <a:pt x="2141" y="0"/>
                    <a:pt x="4782" y="0"/>
                  </a:cubicBezTo>
                  <a:cubicBezTo>
                    <a:pt x="7422" y="0"/>
                    <a:pt x="9563" y="2141"/>
                    <a:pt x="9563" y="47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5092220" y="2852287"/>
              <a:ext cx="80099" cy="79529"/>
            </a:xfrm>
            <a:custGeom>
              <a:rect b="b" l="l" r="r" t="t"/>
              <a:pathLst>
                <a:path extrusionOk="0" h="9496" w="9564">
                  <a:moveTo>
                    <a:pt x="4782" y="9496"/>
                  </a:moveTo>
                  <a:cubicBezTo>
                    <a:pt x="7423" y="9496"/>
                    <a:pt x="9564" y="7370"/>
                    <a:pt x="9564" y="4748"/>
                  </a:cubicBezTo>
                  <a:cubicBezTo>
                    <a:pt x="9564" y="2126"/>
                    <a:pt x="7423" y="0"/>
                    <a:pt x="4782" y="0"/>
                  </a:cubicBezTo>
                  <a:cubicBezTo>
                    <a:pt x="2141" y="0"/>
                    <a:pt x="0" y="2126"/>
                    <a:pt x="0" y="4748"/>
                  </a:cubicBezTo>
                  <a:cubicBezTo>
                    <a:pt x="0" y="7370"/>
                    <a:pt x="2141" y="9496"/>
                    <a:pt x="4782" y="94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4962357" y="2725186"/>
              <a:ext cx="78474" cy="78474"/>
            </a:xfrm>
            <a:custGeom>
              <a:rect b="b" l="l" r="r" t="t"/>
              <a:pathLst>
                <a:path extrusionOk="0" h="9370" w="9370">
                  <a:moveTo>
                    <a:pt x="9371" y="4685"/>
                  </a:moveTo>
                  <a:cubicBezTo>
                    <a:pt x="9371" y="7273"/>
                    <a:pt x="7273" y="9371"/>
                    <a:pt x="4685" y="9371"/>
                  </a:cubicBezTo>
                  <a:cubicBezTo>
                    <a:pt x="2098" y="9371"/>
                    <a:pt x="0" y="7273"/>
                    <a:pt x="0" y="4685"/>
                  </a:cubicBezTo>
                  <a:cubicBezTo>
                    <a:pt x="0" y="2098"/>
                    <a:pt x="2098" y="0"/>
                    <a:pt x="4685" y="0"/>
                  </a:cubicBezTo>
                  <a:cubicBezTo>
                    <a:pt x="7273" y="0"/>
                    <a:pt x="9371" y="2098"/>
                    <a:pt x="9371" y="468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>
              <a:off x="4842077" y="2590888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6" name="Google Shape;336;p12"/>
            <p:cNvSpPr/>
            <p:nvPr/>
          </p:nvSpPr>
          <p:spPr>
            <a:xfrm>
              <a:off x="4731928" y="2449686"/>
              <a:ext cx="70383" cy="70383"/>
            </a:xfrm>
            <a:custGeom>
              <a:rect b="b" l="l" r="r" t="t"/>
              <a:pathLst>
                <a:path extrusionOk="0" h="8404" w="8404">
                  <a:moveTo>
                    <a:pt x="8405" y="4202"/>
                  </a:moveTo>
                  <a:cubicBezTo>
                    <a:pt x="8405" y="6523"/>
                    <a:pt x="6523" y="8405"/>
                    <a:pt x="4202" y="8405"/>
                  </a:cubicBezTo>
                  <a:cubicBezTo>
                    <a:pt x="1881" y="8405"/>
                    <a:pt x="0" y="6523"/>
                    <a:pt x="0" y="4202"/>
                  </a:cubicBezTo>
                  <a:cubicBezTo>
                    <a:pt x="0" y="1881"/>
                    <a:pt x="1881" y="0"/>
                    <a:pt x="4202" y="0"/>
                  </a:cubicBezTo>
                  <a:cubicBezTo>
                    <a:pt x="6523" y="0"/>
                    <a:pt x="8405" y="1881"/>
                    <a:pt x="8405" y="42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7" name="Google Shape;337;p12"/>
            <p:cNvSpPr/>
            <p:nvPr/>
          </p:nvSpPr>
          <p:spPr>
            <a:xfrm>
              <a:off x="4631582" y="2301645"/>
              <a:ext cx="65526" cy="65074"/>
            </a:xfrm>
            <a:custGeom>
              <a:rect b="b" l="l" r="r" t="t"/>
              <a:pathLst>
                <a:path extrusionOk="0" h="7770" w="7824">
                  <a:moveTo>
                    <a:pt x="3913" y="7770"/>
                  </a:moveTo>
                  <a:cubicBezTo>
                    <a:pt x="6073" y="7770"/>
                    <a:pt x="7825" y="6031"/>
                    <a:pt x="7825" y="3885"/>
                  </a:cubicBezTo>
                  <a:cubicBezTo>
                    <a:pt x="7825" y="1739"/>
                    <a:pt x="6073" y="0"/>
                    <a:pt x="3913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1"/>
                    <a:pt x="1752" y="7770"/>
                    <a:pt x="3913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>
              <a:off x="4541093" y="2146544"/>
              <a:ext cx="61481" cy="61054"/>
            </a:xfrm>
            <a:custGeom>
              <a:rect b="b" l="l" r="r" t="t"/>
              <a:pathLst>
                <a:path extrusionOk="0" h="7290" w="7341">
                  <a:moveTo>
                    <a:pt x="3671" y="7290"/>
                  </a:moveTo>
                  <a:cubicBezTo>
                    <a:pt x="5699" y="7290"/>
                    <a:pt x="7342" y="5658"/>
                    <a:pt x="7342" y="3645"/>
                  </a:cubicBezTo>
                  <a:cubicBezTo>
                    <a:pt x="7342" y="1632"/>
                    <a:pt x="5699" y="0"/>
                    <a:pt x="3671" y="0"/>
                  </a:cubicBezTo>
                  <a:cubicBezTo>
                    <a:pt x="1644" y="0"/>
                    <a:pt x="0" y="1632"/>
                    <a:pt x="0" y="3645"/>
                  </a:cubicBezTo>
                  <a:cubicBezTo>
                    <a:pt x="0" y="5658"/>
                    <a:pt x="1644" y="7290"/>
                    <a:pt x="3671" y="72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>
              <a:off x="4460452" y="1984906"/>
              <a:ext cx="59061" cy="58633"/>
            </a:xfrm>
            <a:custGeom>
              <a:rect b="b" l="l" r="r" t="t"/>
              <a:pathLst>
                <a:path extrusionOk="0" h="7001" w="7052">
                  <a:moveTo>
                    <a:pt x="3526" y="7002"/>
                  </a:moveTo>
                  <a:cubicBezTo>
                    <a:pt x="5473" y="7002"/>
                    <a:pt x="7052" y="5435"/>
                    <a:pt x="7052" y="3501"/>
                  </a:cubicBezTo>
                  <a:cubicBezTo>
                    <a:pt x="7052" y="1567"/>
                    <a:pt x="5473" y="0"/>
                    <a:pt x="3526" y="0"/>
                  </a:cubicBezTo>
                  <a:cubicBezTo>
                    <a:pt x="1578" y="0"/>
                    <a:pt x="0" y="1567"/>
                    <a:pt x="0" y="3501"/>
                  </a:cubicBezTo>
                  <a:cubicBezTo>
                    <a:pt x="0" y="5435"/>
                    <a:pt x="1578" y="7002"/>
                    <a:pt x="3526" y="70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>
              <a:off x="4389613" y="1817049"/>
              <a:ext cx="59052" cy="58633"/>
            </a:xfrm>
            <a:custGeom>
              <a:rect b="b" l="l" r="r" t="t"/>
              <a:pathLst>
                <a:path extrusionOk="0" h="7001" w="7051">
                  <a:moveTo>
                    <a:pt x="3526" y="7002"/>
                  </a:moveTo>
                  <a:cubicBezTo>
                    <a:pt x="5473" y="7002"/>
                    <a:pt x="7051" y="5435"/>
                    <a:pt x="7051" y="3500"/>
                  </a:cubicBezTo>
                  <a:cubicBezTo>
                    <a:pt x="7051" y="1567"/>
                    <a:pt x="5473" y="0"/>
                    <a:pt x="3526" y="0"/>
                  </a:cubicBezTo>
                  <a:cubicBezTo>
                    <a:pt x="1578" y="0"/>
                    <a:pt x="0" y="1567"/>
                    <a:pt x="0" y="3500"/>
                  </a:cubicBezTo>
                  <a:cubicBezTo>
                    <a:pt x="0" y="5435"/>
                    <a:pt x="1578" y="7002"/>
                    <a:pt x="3526" y="70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1" name="Google Shape;341;p12"/>
            <p:cNvSpPr/>
            <p:nvPr/>
          </p:nvSpPr>
          <p:spPr>
            <a:xfrm>
              <a:off x="4329281" y="1644091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2" y="7194"/>
                  </a:moveTo>
                  <a:cubicBezTo>
                    <a:pt x="5624" y="7194"/>
                    <a:pt x="7246" y="5584"/>
                    <a:pt x="7246" y="3598"/>
                  </a:cubicBezTo>
                  <a:cubicBezTo>
                    <a:pt x="7246" y="1611"/>
                    <a:pt x="5624" y="0"/>
                    <a:pt x="3622" y="0"/>
                  </a:cubicBezTo>
                  <a:cubicBezTo>
                    <a:pt x="1622" y="0"/>
                    <a:pt x="0" y="1611"/>
                    <a:pt x="0" y="3598"/>
                  </a:cubicBezTo>
                  <a:cubicBezTo>
                    <a:pt x="0" y="5584"/>
                    <a:pt x="1622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2" name="Google Shape;342;p12"/>
            <p:cNvSpPr/>
            <p:nvPr/>
          </p:nvSpPr>
          <p:spPr>
            <a:xfrm>
              <a:off x="4280141" y="1467227"/>
              <a:ext cx="63106" cy="62653"/>
            </a:xfrm>
            <a:custGeom>
              <a:rect b="b" l="l" r="r" t="t"/>
              <a:pathLst>
                <a:path extrusionOk="0" h="7481" w="7535">
                  <a:moveTo>
                    <a:pt x="3767" y="7482"/>
                  </a:moveTo>
                  <a:cubicBezTo>
                    <a:pt x="5848" y="7482"/>
                    <a:pt x="7535" y="5806"/>
                    <a:pt x="7535" y="3740"/>
                  </a:cubicBezTo>
                  <a:cubicBezTo>
                    <a:pt x="7535" y="1674"/>
                    <a:pt x="5848" y="0"/>
                    <a:pt x="3767" y="0"/>
                  </a:cubicBezTo>
                  <a:cubicBezTo>
                    <a:pt x="1687" y="0"/>
                    <a:pt x="0" y="1674"/>
                    <a:pt x="0" y="3740"/>
                  </a:cubicBezTo>
                  <a:cubicBezTo>
                    <a:pt x="0" y="5806"/>
                    <a:pt x="1687" y="7482"/>
                    <a:pt x="3767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4242395" y="1287191"/>
              <a:ext cx="66338" cy="65869"/>
            </a:xfrm>
            <a:custGeom>
              <a:rect b="b" l="l" r="r" t="t"/>
              <a:pathLst>
                <a:path extrusionOk="0" h="7865" w="7921">
                  <a:moveTo>
                    <a:pt x="3960" y="7866"/>
                  </a:moveTo>
                  <a:cubicBezTo>
                    <a:pt x="6148" y="7866"/>
                    <a:pt x="7922" y="6105"/>
                    <a:pt x="7922" y="3933"/>
                  </a:cubicBezTo>
                  <a:cubicBezTo>
                    <a:pt x="7922" y="1761"/>
                    <a:pt x="6148" y="0"/>
                    <a:pt x="3960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5"/>
                    <a:pt x="1774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4216197" y="1104512"/>
              <a:ext cx="70383" cy="70384"/>
            </a:xfrm>
            <a:custGeom>
              <a:rect b="b" l="l" r="r" t="t"/>
              <a:pathLst>
                <a:path extrusionOk="0" h="8404" w="8404">
                  <a:moveTo>
                    <a:pt x="8405" y="4202"/>
                  </a:moveTo>
                  <a:cubicBezTo>
                    <a:pt x="8405" y="6523"/>
                    <a:pt x="6523" y="8405"/>
                    <a:pt x="4202" y="8405"/>
                  </a:cubicBezTo>
                  <a:cubicBezTo>
                    <a:pt x="1881" y="8405"/>
                    <a:pt x="0" y="6523"/>
                    <a:pt x="0" y="4202"/>
                  </a:cubicBezTo>
                  <a:cubicBezTo>
                    <a:pt x="0" y="1882"/>
                    <a:pt x="1881" y="0"/>
                    <a:pt x="4202" y="0"/>
                  </a:cubicBezTo>
                  <a:cubicBezTo>
                    <a:pt x="6523" y="0"/>
                    <a:pt x="8405" y="1882"/>
                    <a:pt x="8405" y="42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4202875" y="921952"/>
              <a:ext cx="72804" cy="72301"/>
            </a:xfrm>
            <a:custGeom>
              <a:rect b="b" l="l" r="r" t="t"/>
              <a:pathLst>
                <a:path extrusionOk="0" h="8633" w="8693">
                  <a:moveTo>
                    <a:pt x="4347" y="8633"/>
                  </a:moveTo>
                  <a:cubicBezTo>
                    <a:pt x="6748" y="8633"/>
                    <a:pt x="8693" y="6701"/>
                    <a:pt x="8693" y="4317"/>
                  </a:cubicBezTo>
                  <a:cubicBezTo>
                    <a:pt x="8693" y="1933"/>
                    <a:pt x="6748" y="0"/>
                    <a:pt x="4347" y="0"/>
                  </a:cubicBezTo>
                  <a:cubicBezTo>
                    <a:pt x="1946" y="0"/>
                    <a:pt x="0" y="1933"/>
                    <a:pt x="0" y="4317"/>
                  </a:cubicBezTo>
                  <a:cubicBezTo>
                    <a:pt x="0" y="6701"/>
                    <a:pt x="1946" y="8633"/>
                    <a:pt x="4347" y="86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4201668" y="738487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212558" y="555662"/>
              <a:ext cx="77661" cy="77661"/>
            </a:xfrm>
            <a:custGeom>
              <a:rect b="b" l="l" r="r" t="t"/>
              <a:pathLst>
                <a:path extrusionOk="0" h="9273" w="9273">
                  <a:moveTo>
                    <a:pt x="9274" y="4637"/>
                  </a:moveTo>
                  <a:cubicBezTo>
                    <a:pt x="9274" y="7198"/>
                    <a:pt x="7198" y="9274"/>
                    <a:pt x="4637" y="9274"/>
                  </a:cubicBezTo>
                  <a:cubicBezTo>
                    <a:pt x="2076" y="9274"/>
                    <a:pt x="0" y="7198"/>
                    <a:pt x="0" y="4637"/>
                  </a:cubicBezTo>
                  <a:cubicBezTo>
                    <a:pt x="0" y="2076"/>
                    <a:pt x="2076" y="0"/>
                    <a:pt x="4637" y="0"/>
                  </a:cubicBezTo>
                  <a:cubicBezTo>
                    <a:pt x="7198" y="0"/>
                    <a:pt x="9274" y="2076"/>
                    <a:pt x="9274" y="46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4235519" y="374318"/>
              <a:ext cx="80099" cy="79529"/>
            </a:xfrm>
            <a:custGeom>
              <a:rect b="b" l="l" r="r" t="t"/>
              <a:pathLst>
                <a:path extrusionOk="0" h="9496" w="9564">
                  <a:moveTo>
                    <a:pt x="4782" y="9496"/>
                  </a:moveTo>
                  <a:cubicBezTo>
                    <a:pt x="7423" y="9496"/>
                    <a:pt x="9564" y="7370"/>
                    <a:pt x="9564" y="4748"/>
                  </a:cubicBezTo>
                  <a:cubicBezTo>
                    <a:pt x="9564" y="2126"/>
                    <a:pt x="7423" y="0"/>
                    <a:pt x="4782" y="0"/>
                  </a:cubicBezTo>
                  <a:cubicBezTo>
                    <a:pt x="2141" y="0"/>
                    <a:pt x="0" y="2126"/>
                    <a:pt x="0" y="4748"/>
                  </a:cubicBezTo>
                  <a:cubicBezTo>
                    <a:pt x="0" y="7370"/>
                    <a:pt x="2141" y="9496"/>
                    <a:pt x="4782" y="94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4270842" y="195078"/>
              <a:ext cx="81707" cy="81129"/>
            </a:xfrm>
            <a:custGeom>
              <a:rect b="b" l="l" r="r" t="t"/>
              <a:pathLst>
                <a:path extrusionOk="0" h="9687" w="9756">
                  <a:moveTo>
                    <a:pt x="4878" y="9688"/>
                  </a:moveTo>
                  <a:cubicBezTo>
                    <a:pt x="7572" y="9688"/>
                    <a:pt x="9756" y="7520"/>
                    <a:pt x="9756" y="4844"/>
                  </a:cubicBezTo>
                  <a:cubicBezTo>
                    <a:pt x="9756" y="2169"/>
                    <a:pt x="7572" y="0"/>
                    <a:pt x="4878" y="0"/>
                  </a:cubicBezTo>
                  <a:cubicBezTo>
                    <a:pt x="2184" y="0"/>
                    <a:pt x="0" y="2169"/>
                    <a:pt x="0" y="4844"/>
                  </a:cubicBezTo>
                  <a:cubicBezTo>
                    <a:pt x="0" y="7520"/>
                    <a:pt x="2184" y="9688"/>
                    <a:pt x="4878" y="96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4317952" y="18608"/>
              <a:ext cx="83323" cy="82745"/>
            </a:xfrm>
            <a:custGeom>
              <a:rect b="b" l="l" r="r" t="t"/>
              <a:pathLst>
                <a:path extrusionOk="0" h="9880" w="9949">
                  <a:moveTo>
                    <a:pt x="4975" y="9880"/>
                  </a:moveTo>
                  <a:cubicBezTo>
                    <a:pt x="7723" y="9880"/>
                    <a:pt x="9950" y="7669"/>
                    <a:pt x="9950" y="4940"/>
                  </a:cubicBezTo>
                  <a:cubicBezTo>
                    <a:pt x="9950" y="2212"/>
                    <a:pt x="7723" y="0"/>
                    <a:pt x="4975" y="0"/>
                  </a:cubicBezTo>
                  <a:cubicBezTo>
                    <a:pt x="2228" y="0"/>
                    <a:pt x="0" y="2212"/>
                    <a:pt x="0" y="4940"/>
                  </a:cubicBezTo>
                  <a:cubicBezTo>
                    <a:pt x="0" y="7669"/>
                    <a:pt x="2228" y="9880"/>
                    <a:pt x="4975" y="98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6990121" y="3745007"/>
              <a:ext cx="38826" cy="38558"/>
            </a:xfrm>
            <a:custGeom>
              <a:rect b="b" l="l" r="r" t="t"/>
              <a:pathLst>
                <a:path extrusionOk="0" h="4604" w="4636">
                  <a:moveTo>
                    <a:pt x="2318" y="4604"/>
                  </a:moveTo>
                  <a:cubicBezTo>
                    <a:pt x="3599" y="4604"/>
                    <a:pt x="4637" y="3574"/>
                    <a:pt x="4637" y="2302"/>
                  </a:cubicBezTo>
                  <a:cubicBezTo>
                    <a:pt x="4637" y="1031"/>
                    <a:pt x="3599" y="0"/>
                    <a:pt x="2318" y="0"/>
                  </a:cubicBezTo>
                  <a:cubicBezTo>
                    <a:pt x="1037" y="0"/>
                    <a:pt x="0" y="1031"/>
                    <a:pt x="0" y="2302"/>
                  </a:cubicBezTo>
                  <a:cubicBezTo>
                    <a:pt x="0" y="3574"/>
                    <a:pt x="1037" y="4604"/>
                    <a:pt x="2318" y="460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6802870" y="3735278"/>
              <a:ext cx="46925" cy="46590"/>
            </a:xfrm>
            <a:custGeom>
              <a:rect b="b" l="l" r="r" t="t"/>
              <a:pathLst>
                <a:path extrusionOk="0" h="5563" w="5603">
                  <a:moveTo>
                    <a:pt x="2801" y="5564"/>
                  </a:moveTo>
                  <a:cubicBezTo>
                    <a:pt x="4349" y="5564"/>
                    <a:pt x="5604" y="4319"/>
                    <a:pt x="5604" y="2782"/>
                  </a:cubicBezTo>
                  <a:cubicBezTo>
                    <a:pt x="5604" y="1246"/>
                    <a:pt x="4349" y="0"/>
                    <a:pt x="2801" y="0"/>
                  </a:cubicBezTo>
                  <a:cubicBezTo>
                    <a:pt x="1254" y="0"/>
                    <a:pt x="0" y="1246"/>
                    <a:pt x="0" y="2782"/>
                  </a:cubicBezTo>
                  <a:cubicBezTo>
                    <a:pt x="0" y="4319"/>
                    <a:pt x="1254" y="5564"/>
                    <a:pt x="2801" y="55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6616753" y="3714530"/>
              <a:ext cx="54203" cy="53818"/>
            </a:xfrm>
            <a:custGeom>
              <a:rect b="b" l="l" r="r" t="t"/>
              <a:pathLst>
                <a:path extrusionOk="0" h="6426" w="6472">
                  <a:moveTo>
                    <a:pt x="3237" y="6427"/>
                  </a:moveTo>
                  <a:cubicBezTo>
                    <a:pt x="5023" y="6427"/>
                    <a:pt x="6472" y="4988"/>
                    <a:pt x="6472" y="3214"/>
                  </a:cubicBezTo>
                  <a:cubicBezTo>
                    <a:pt x="6472" y="1438"/>
                    <a:pt x="5023" y="0"/>
                    <a:pt x="3237" y="0"/>
                  </a:cubicBezTo>
                  <a:cubicBezTo>
                    <a:pt x="1449" y="0"/>
                    <a:pt x="0" y="1438"/>
                    <a:pt x="0" y="3214"/>
                  </a:cubicBezTo>
                  <a:cubicBezTo>
                    <a:pt x="0" y="4988"/>
                    <a:pt x="1449" y="6427"/>
                    <a:pt x="3237" y="642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4" name="Google Shape;354;p12"/>
            <p:cNvSpPr/>
            <p:nvPr/>
          </p:nvSpPr>
          <p:spPr>
            <a:xfrm>
              <a:off x="6432895" y="3683248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4" y="7099"/>
                  </a:moveTo>
                  <a:cubicBezTo>
                    <a:pt x="5548" y="7099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4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9"/>
                    <a:pt x="3574" y="709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5" name="Google Shape;355;p12"/>
            <p:cNvSpPr/>
            <p:nvPr/>
          </p:nvSpPr>
          <p:spPr>
            <a:xfrm>
              <a:off x="6251990" y="3641305"/>
              <a:ext cx="63910" cy="63910"/>
            </a:xfrm>
            <a:custGeom>
              <a:rect b="b" l="l" r="r" t="t"/>
              <a:pathLst>
                <a:path extrusionOk="0" h="7631" w="7631">
                  <a:moveTo>
                    <a:pt x="7631" y="3816"/>
                  </a:moveTo>
                  <a:cubicBezTo>
                    <a:pt x="7631" y="5923"/>
                    <a:pt x="5923" y="7631"/>
                    <a:pt x="3816" y="7631"/>
                  </a:cubicBezTo>
                  <a:cubicBezTo>
                    <a:pt x="1708" y="7631"/>
                    <a:pt x="0" y="5923"/>
                    <a:pt x="0" y="3816"/>
                  </a:cubicBezTo>
                  <a:cubicBezTo>
                    <a:pt x="0" y="1708"/>
                    <a:pt x="1708" y="0"/>
                    <a:pt x="3816" y="0"/>
                  </a:cubicBezTo>
                  <a:cubicBezTo>
                    <a:pt x="5923" y="0"/>
                    <a:pt x="7631" y="1708"/>
                    <a:pt x="7631" y="381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6074359" y="3589157"/>
              <a:ext cx="67142" cy="66665"/>
            </a:xfrm>
            <a:custGeom>
              <a:rect b="b" l="l" r="r" t="t"/>
              <a:pathLst>
                <a:path extrusionOk="0" h="7960" w="8017">
                  <a:moveTo>
                    <a:pt x="4008" y="7961"/>
                  </a:moveTo>
                  <a:cubicBezTo>
                    <a:pt x="6223" y="7961"/>
                    <a:pt x="8017" y="6179"/>
                    <a:pt x="8017" y="3980"/>
                  </a:cubicBezTo>
                  <a:cubicBezTo>
                    <a:pt x="8017" y="1782"/>
                    <a:pt x="6223" y="0"/>
                    <a:pt x="4008" y="0"/>
                  </a:cubicBezTo>
                  <a:cubicBezTo>
                    <a:pt x="1794" y="0"/>
                    <a:pt x="0" y="1782"/>
                    <a:pt x="0" y="3980"/>
                  </a:cubicBezTo>
                  <a:cubicBezTo>
                    <a:pt x="0" y="6179"/>
                    <a:pt x="1794" y="7961"/>
                    <a:pt x="4008" y="796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5900275" y="3525889"/>
              <a:ext cx="70383" cy="69881"/>
            </a:xfrm>
            <a:custGeom>
              <a:rect b="b" l="l" r="r" t="t"/>
              <a:pathLst>
                <a:path extrusionOk="0" h="8344" w="8404">
                  <a:moveTo>
                    <a:pt x="4202" y="8345"/>
                  </a:moveTo>
                  <a:cubicBezTo>
                    <a:pt x="6524" y="8345"/>
                    <a:pt x="8405" y="6477"/>
                    <a:pt x="8405" y="4173"/>
                  </a:cubicBezTo>
                  <a:cubicBezTo>
                    <a:pt x="8405" y="1868"/>
                    <a:pt x="6524" y="0"/>
                    <a:pt x="4202" y="0"/>
                  </a:cubicBezTo>
                  <a:cubicBezTo>
                    <a:pt x="1882" y="0"/>
                    <a:pt x="0" y="1868"/>
                    <a:pt x="0" y="4173"/>
                  </a:cubicBezTo>
                  <a:cubicBezTo>
                    <a:pt x="0" y="6477"/>
                    <a:pt x="1882" y="8345"/>
                    <a:pt x="4202" y="83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5730453" y="3451997"/>
              <a:ext cx="73616" cy="73105"/>
            </a:xfrm>
            <a:custGeom>
              <a:rect b="b" l="l" r="r" t="t"/>
              <a:pathLst>
                <a:path extrusionOk="0" h="8729" w="8790">
                  <a:moveTo>
                    <a:pt x="4395" y="8730"/>
                  </a:moveTo>
                  <a:cubicBezTo>
                    <a:pt x="6823" y="8730"/>
                    <a:pt x="8791" y="6775"/>
                    <a:pt x="8791" y="4365"/>
                  </a:cubicBezTo>
                  <a:cubicBezTo>
                    <a:pt x="8791" y="1955"/>
                    <a:pt x="6823" y="0"/>
                    <a:pt x="4395" y="0"/>
                  </a:cubicBezTo>
                  <a:cubicBezTo>
                    <a:pt x="1968" y="0"/>
                    <a:pt x="0" y="1955"/>
                    <a:pt x="0" y="4365"/>
                  </a:cubicBezTo>
                  <a:cubicBezTo>
                    <a:pt x="0" y="6775"/>
                    <a:pt x="1968" y="8730"/>
                    <a:pt x="4395" y="87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5566327" y="3368576"/>
              <a:ext cx="75241" cy="74705"/>
            </a:xfrm>
            <a:custGeom>
              <a:rect b="b" l="l" r="r" t="t"/>
              <a:pathLst>
                <a:path extrusionOk="0" h="8920" w="8984">
                  <a:moveTo>
                    <a:pt x="4492" y="8920"/>
                  </a:moveTo>
                  <a:cubicBezTo>
                    <a:pt x="6973" y="8920"/>
                    <a:pt x="8984" y="6924"/>
                    <a:pt x="8984" y="4461"/>
                  </a:cubicBezTo>
                  <a:cubicBezTo>
                    <a:pt x="8984" y="1996"/>
                    <a:pt x="6973" y="0"/>
                    <a:pt x="4492" y="0"/>
                  </a:cubicBezTo>
                  <a:cubicBezTo>
                    <a:pt x="2011" y="0"/>
                    <a:pt x="0" y="1996"/>
                    <a:pt x="0" y="4461"/>
                  </a:cubicBezTo>
                  <a:cubicBezTo>
                    <a:pt x="0" y="6924"/>
                    <a:pt x="2011" y="8920"/>
                    <a:pt x="4492" y="892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5407350" y="3274457"/>
              <a:ext cx="77661" cy="77661"/>
            </a:xfrm>
            <a:custGeom>
              <a:rect b="b" l="l" r="r" t="t"/>
              <a:pathLst>
                <a:path extrusionOk="0" h="9273" w="9273">
                  <a:moveTo>
                    <a:pt x="9274" y="4637"/>
                  </a:moveTo>
                  <a:cubicBezTo>
                    <a:pt x="9274" y="7198"/>
                    <a:pt x="7198" y="9274"/>
                    <a:pt x="4637" y="9274"/>
                  </a:cubicBezTo>
                  <a:cubicBezTo>
                    <a:pt x="2076" y="9274"/>
                    <a:pt x="0" y="7198"/>
                    <a:pt x="0" y="4637"/>
                  </a:cubicBezTo>
                  <a:cubicBezTo>
                    <a:pt x="0" y="2076"/>
                    <a:pt x="2076" y="0"/>
                    <a:pt x="4637" y="0"/>
                  </a:cubicBezTo>
                  <a:cubicBezTo>
                    <a:pt x="7198" y="0"/>
                    <a:pt x="9274" y="2076"/>
                    <a:pt x="9274" y="46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5255349" y="3172017"/>
              <a:ext cx="78465" cy="77921"/>
            </a:xfrm>
            <a:custGeom>
              <a:rect b="b" l="l" r="r" t="t"/>
              <a:pathLst>
                <a:path extrusionOk="0" h="9304" w="9369">
                  <a:moveTo>
                    <a:pt x="4685" y="9305"/>
                  </a:moveTo>
                  <a:cubicBezTo>
                    <a:pt x="7272" y="9305"/>
                    <a:pt x="9370" y="7222"/>
                    <a:pt x="9370" y="4652"/>
                  </a:cubicBezTo>
                  <a:cubicBezTo>
                    <a:pt x="9370" y="2083"/>
                    <a:pt x="7272" y="0"/>
                    <a:pt x="4685" y="0"/>
                  </a:cubicBezTo>
                  <a:cubicBezTo>
                    <a:pt x="2097" y="0"/>
                    <a:pt x="0" y="2083"/>
                    <a:pt x="0" y="4652"/>
                  </a:cubicBezTo>
                  <a:cubicBezTo>
                    <a:pt x="0" y="7222"/>
                    <a:pt x="2097" y="9305"/>
                    <a:pt x="4685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5110106" y="3060057"/>
              <a:ext cx="79278" cy="78725"/>
            </a:xfrm>
            <a:custGeom>
              <a:rect b="b" l="l" r="r" t="t"/>
              <a:pathLst>
                <a:path extrusionOk="0" h="9400" w="9466">
                  <a:moveTo>
                    <a:pt x="4733" y="9400"/>
                  </a:moveTo>
                  <a:cubicBezTo>
                    <a:pt x="7348" y="9400"/>
                    <a:pt x="9467" y="7296"/>
                    <a:pt x="9467" y="4701"/>
                  </a:cubicBezTo>
                  <a:cubicBezTo>
                    <a:pt x="9467" y="2104"/>
                    <a:pt x="7348" y="0"/>
                    <a:pt x="4733" y="0"/>
                  </a:cubicBezTo>
                  <a:cubicBezTo>
                    <a:pt x="2119" y="0"/>
                    <a:pt x="0" y="2104"/>
                    <a:pt x="0" y="4701"/>
                  </a:cubicBezTo>
                  <a:cubicBezTo>
                    <a:pt x="0" y="7296"/>
                    <a:pt x="2119" y="9400"/>
                    <a:pt x="4733" y="94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4973028" y="2940088"/>
              <a:ext cx="78465" cy="77921"/>
            </a:xfrm>
            <a:custGeom>
              <a:rect b="b" l="l" r="r" t="t"/>
              <a:pathLst>
                <a:path extrusionOk="0" h="9304" w="9369">
                  <a:moveTo>
                    <a:pt x="4684" y="9305"/>
                  </a:moveTo>
                  <a:cubicBezTo>
                    <a:pt x="7272" y="9305"/>
                    <a:pt x="9370" y="7222"/>
                    <a:pt x="9370" y="4652"/>
                  </a:cubicBezTo>
                  <a:cubicBezTo>
                    <a:pt x="9370" y="2083"/>
                    <a:pt x="7272" y="0"/>
                    <a:pt x="4684" y="0"/>
                  </a:cubicBezTo>
                  <a:cubicBezTo>
                    <a:pt x="2097" y="0"/>
                    <a:pt x="0" y="2083"/>
                    <a:pt x="0" y="4652"/>
                  </a:cubicBezTo>
                  <a:cubicBezTo>
                    <a:pt x="0" y="7222"/>
                    <a:pt x="2097" y="9305"/>
                    <a:pt x="4684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4843823" y="2811807"/>
              <a:ext cx="77670" cy="77117"/>
            </a:xfrm>
            <a:custGeom>
              <a:rect b="b" l="l" r="r" t="t"/>
              <a:pathLst>
                <a:path extrusionOk="0" h="9208" w="9274">
                  <a:moveTo>
                    <a:pt x="4638" y="9209"/>
                  </a:moveTo>
                  <a:cubicBezTo>
                    <a:pt x="7198" y="9209"/>
                    <a:pt x="9275" y="7147"/>
                    <a:pt x="9275" y="4604"/>
                  </a:cubicBezTo>
                  <a:cubicBezTo>
                    <a:pt x="9275" y="2061"/>
                    <a:pt x="7198" y="0"/>
                    <a:pt x="4638" y="0"/>
                  </a:cubicBezTo>
                  <a:cubicBezTo>
                    <a:pt x="2076" y="0"/>
                    <a:pt x="0" y="2061"/>
                    <a:pt x="0" y="4604"/>
                  </a:cubicBezTo>
                  <a:cubicBezTo>
                    <a:pt x="0" y="7147"/>
                    <a:pt x="2076" y="9209"/>
                    <a:pt x="4638" y="920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4724229" y="2676887"/>
              <a:ext cx="74420" cy="73901"/>
            </a:xfrm>
            <a:custGeom>
              <a:rect b="b" l="l" r="r" t="t"/>
              <a:pathLst>
                <a:path extrusionOk="0" h="8824" w="8886">
                  <a:moveTo>
                    <a:pt x="4443" y="8825"/>
                  </a:moveTo>
                  <a:cubicBezTo>
                    <a:pt x="6897" y="8825"/>
                    <a:pt x="8887" y="6849"/>
                    <a:pt x="8887" y="4412"/>
                  </a:cubicBezTo>
                  <a:cubicBezTo>
                    <a:pt x="8887" y="1976"/>
                    <a:pt x="6897" y="0"/>
                    <a:pt x="4443" y="0"/>
                  </a:cubicBezTo>
                  <a:cubicBezTo>
                    <a:pt x="1989" y="0"/>
                    <a:pt x="0" y="1976"/>
                    <a:pt x="0" y="4412"/>
                  </a:cubicBezTo>
                  <a:cubicBezTo>
                    <a:pt x="0" y="6849"/>
                    <a:pt x="1989" y="8825"/>
                    <a:pt x="4443" y="882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4613916" y="2535082"/>
              <a:ext cx="70375" cy="69881"/>
            </a:xfrm>
            <a:custGeom>
              <a:rect b="b" l="l" r="r" t="t"/>
              <a:pathLst>
                <a:path extrusionOk="0" h="8344" w="8403">
                  <a:moveTo>
                    <a:pt x="4201" y="8345"/>
                  </a:moveTo>
                  <a:cubicBezTo>
                    <a:pt x="6523" y="8345"/>
                    <a:pt x="8404" y="6477"/>
                    <a:pt x="8404" y="4173"/>
                  </a:cubicBezTo>
                  <a:cubicBezTo>
                    <a:pt x="8404" y="1868"/>
                    <a:pt x="6523" y="0"/>
                    <a:pt x="4201" y="0"/>
                  </a:cubicBezTo>
                  <a:cubicBezTo>
                    <a:pt x="1881" y="0"/>
                    <a:pt x="0" y="1868"/>
                    <a:pt x="0" y="4173"/>
                  </a:cubicBezTo>
                  <a:cubicBezTo>
                    <a:pt x="0" y="6477"/>
                    <a:pt x="1881" y="8345"/>
                    <a:pt x="4201" y="83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4513313" y="2386958"/>
              <a:ext cx="65526" cy="65065"/>
            </a:xfrm>
            <a:custGeom>
              <a:rect b="b" l="l" r="r" t="t"/>
              <a:pathLst>
                <a:path extrusionOk="0" h="7769" w="7824">
                  <a:moveTo>
                    <a:pt x="3913" y="7770"/>
                  </a:moveTo>
                  <a:cubicBezTo>
                    <a:pt x="6073" y="7770"/>
                    <a:pt x="7825" y="6030"/>
                    <a:pt x="7825" y="3884"/>
                  </a:cubicBezTo>
                  <a:cubicBezTo>
                    <a:pt x="7825" y="1739"/>
                    <a:pt x="6073" y="0"/>
                    <a:pt x="3913" y="0"/>
                  </a:cubicBezTo>
                  <a:cubicBezTo>
                    <a:pt x="1752" y="0"/>
                    <a:pt x="0" y="1739"/>
                    <a:pt x="0" y="3884"/>
                  </a:cubicBezTo>
                  <a:cubicBezTo>
                    <a:pt x="0" y="6030"/>
                    <a:pt x="1752" y="7770"/>
                    <a:pt x="3913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8" name="Google Shape;368;p12"/>
            <p:cNvSpPr/>
            <p:nvPr/>
          </p:nvSpPr>
          <p:spPr>
            <a:xfrm>
              <a:off x="4421626" y="2231904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69" name="Google Shape;369;p12"/>
            <p:cNvSpPr/>
            <p:nvPr/>
          </p:nvSpPr>
          <p:spPr>
            <a:xfrm>
              <a:off x="4339632" y="2070942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4" y="7099"/>
                  </a:moveTo>
                  <a:cubicBezTo>
                    <a:pt x="5548" y="7099"/>
                    <a:pt x="7149" y="5509"/>
                    <a:pt x="7149" y="3550"/>
                  </a:cubicBezTo>
                  <a:cubicBezTo>
                    <a:pt x="7149" y="1590"/>
                    <a:pt x="5548" y="0"/>
                    <a:pt x="3574" y="0"/>
                  </a:cubicBezTo>
                  <a:cubicBezTo>
                    <a:pt x="1600" y="0"/>
                    <a:pt x="0" y="1590"/>
                    <a:pt x="0" y="3550"/>
                  </a:cubicBezTo>
                  <a:cubicBezTo>
                    <a:pt x="0" y="5509"/>
                    <a:pt x="1600" y="7099"/>
                    <a:pt x="3574" y="709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0" name="Google Shape;370;p12"/>
            <p:cNvSpPr/>
            <p:nvPr/>
          </p:nvSpPr>
          <p:spPr>
            <a:xfrm>
              <a:off x="4267230" y="1904311"/>
              <a:ext cx="59061" cy="58633"/>
            </a:xfrm>
            <a:custGeom>
              <a:rect b="b" l="l" r="r" t="t"/>
              <a:pathLst>
                <a:path extrusionOk="0" h="7001" w="7052">
                  <a:moveTo>
                    <a:pt x="3526" y="7002"/>
                  </a:moveTo>
                  <a:cubicBezTo>
                    <a:pt x="5474" y="7002"/>
                    <a:pt x="7052" y="5435"/>
                    <a:pt x="7052" y="3501"/>
                  </a:cubicBezTo>
                  <a:cubicBezTo>
                    <a:pt x="7052" y="1567"/>
                    <a:pt x="5474" y="0"/>
                    <a:pt x="3526" y="0"/>
                  </a:cubicBezTo>
                  <a:cubicBezTo>
                    <a:pt x="1579" y="0"/>
                    <a:pt x="0" y="1567"/>
                    <a:pt x="0" y="3501"/>
                  </a:cubicBezTo>
                  <a:cubicBezTo>
                    <a:pt x="0" y="5435"/>
                    <a:pt x="1579" y="7002"/>
                    <a:pt x="3526" y="70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1" name="Google Shape;371;p12"/>
            <p:cNvSpPr/>
            <p:nvPr/>
          </p:nvSpPr>
          <p:spPr>
            <a:xfrm>
              <a:off x="4204347" y="1732047"/>
              <a:ext cx="60668" cy="60669"/>
            </a:xfrm>
            <a:custGeom>
              <a:rect b="b" l="l" r="r" t="t"/>
              <a:pathLst>
                <a:path extrusionOk="0" h="7244" w="7244">
                  <a:moveTo>
                    <a:pt x="7245" y="3622"/>
                  </a:moveTo>
                  <a:cubicBezTo>
                    <a:pt x="7245" y="5623"/>
                    <a:pt x="5623" y="7245"/>
                    <a:pt x="3622" y="7245"/>
                  </a:cubicBezTo>
                  <a:cubicBezTo>
                    <a:pt x="1622" y="7245"/>
                    <a:pt x="0" y="5623"/>
                    <a:pt x="0" y="3622"/>
                  </a:cubicBezTo>
                  <a:cubicBezTo>
                    <a:pt x="0" y="1622"/>
                    <a:pt x="1622" y="0"/>
                    <a:pt x="3622" y="0"/>
                  </a:cubicBezTo>
                  <a:cubicBezTo>
                    <a:pt x="5623" y="0"/>
                    <a:pt x="7245" y="1622"/>
                    <a:pt x="7245" y="362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2" name="Google Shape;372;p12"/>
            <p:cNvSpPr/>
            <p:nvPr/>
          </p:nvSpPr>
          <p:spPr>
            <a:xfrm>
              <a:off x="4152390" y="1556674"/>
              <a:ext cx="62302" cy="61858"/>
            </a:xfrm>
            <a:custGeom>
              <a:rect b="b" l="l" r="r" t="t"/>
              <a:pathLst>
                <a:path extrusionOk="0" h="7386" w="7439">
                  <a:moveTo>
                    <a:pt x="3720" y="7387"/>
                  </a:moveTo>
                  <a:cubicBezTo>
                    <a:pt x="5773" y="7387"/>
                    <a:pt x="7439" y="5733"/>
                    <a:pt x="7439" y="3693"/>
                  </a:cubicBezTo>
                  <a:cubicBezTo>
                    <a:pt x="7439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3" name="Google Shape;373;p12"/>
            <p:cNvSpPr/>
            <p:nvPr/>
          </p:nvSpPr>
          <p:spPr>
            <a:xfrm>
              <a:off x="4111197" y="1377845"/>
              <a:ext cx="64714" cy="64270"/>
            </a:xfrm>
            <a:custGeom>
              <a:rect b="b" l="l" r="r" t="t"/>
              <a:pathLst>
                <a:path extrusionOk="0" h="7674" w="7727">
                  <a:moveTo>
                    <a:pt x="3864" y="7674"/>
                  </a:moveTo>
                  <a:cubicBezTo>
                    <a:pt x="5998" y="7674"/>
                    <a:pt x="7728" y="5956"/>
                    <a:pt x="7728" y="3837"/>
                  </a:cubicBezTo>
                  <a:cubicBezTo>
                    <a:pt x="7728" y="1718"/>
                    <a:pt x="5998" y="0"/>
                    <a:pt x="3864" y="0"/>
                  </a:cubicBezTo>
                  <a:cubicBezTo>
                    <a:pt x="1730" y="0"/>
                    <a:pt x="0" y="1718"/>
                    <a:pt x="0" y="3837"/>
                  </a:cubicBezTo>
                  <a:cubicBezTo>
                    <a:pt x="0" y="5956"/>
                    <a:pt x="1730" y="7674"/>
                    <a:pt x="3864" y="7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4" name="Google Shape;374;p12"/>
            <p:cNvSpPr/>
            <p:nvPr/>
          </p:nvSpPr>
          <p:spPr>
            <a:xfrm>
              <a:off x="4080912" y="1196474"/>
              <a:ext cx="67955" cy="67486"/>
            </a:xfrm>
            <a:custGeom>
              <a:rect b="b" l="l" r="r" t="t"/>
              <a:pathLst>
                <a:path extrusionOk="0" h="8058" w="8114">
                  <a:moveTo>
                    <a:pt x="4057" y="8058"/>
                  </a:moveTo>
                  <a:cubicBezTo>
                    <a:pt x="6298" y="8058"/>
                    <a:pt x="8114" y="6254"/>
                    <a:pt x="8114" y="4029"/>
                  </a:cubicBezTo>
                  <a:cubicBezTo>
                    <a:pt x="8114" y="1804"/>
                    <a:pt x="6298" y="0"/>
                    <a:pt x="4057" y="0"/>
                  </a:cubicBezTo>
                  <a:cubicBezTo>
                    <a:pt x="1816" y="0"/>
                    <a:pt x="0" y="1804"/>
                    <a:pt x="0" y="4029"/>
                  </a:cubicBezTo>
                  <a:cubicBezTo>
                    <a:pt x="0" y="6254"/>
                    <a:pt x="1816" y="8058"/>
                    <a:pt x="4057" y="80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5" name="Google Shape;375;p12"/>
            <p:cNvSpPr/>
            <p:nvPr/>
          </p:nvSpPr>
          <p:spPr>
            <a:xfrm>
              <a:off x="4062048" y="1013676"/>
              <a:ext cx="71196" cy="70693"/>
            </a:xfrm>
            <a:custGeom>
              <a:rect b="b" l="l" r="r" t="t"/>
              <a:pathLst>
                <a:path extrusionOk="0" h="8441" w="8501">
                  <a:moveTo>
                    <a:pt x="4250" y="8441"/>
                  </a:moveTo>
                  <a:cubicBezTo>
                    <a:pt x="6598" y="8441"/>
                    <a:pt x="8501" y="6551"/>
                    <a:pt x="8501" y="4221"/>
                  </a:cubicBezTo>
                  <a:cubicBezTo>
                    <a:pt x="8501" y="1889"/>
                    <a:pt x="6598" y="0"/>
                    <a:pt x="4250" y="0"/>
                  </a:cubicBezTo>
                  <a:cubicBezTo>
                    <a:pt x="1903" y="0"/>
                    <a:pt x="0" y="1889"/>
                    <a:pt x="0" y="4221"/>
                  </a:cubicBezTo>
                  <a:cubicBezTo>
                    <a:pt x="0" y="6551"/>
                    <a:pt x="1903" y="8441"/>
                    <a:pt x="4250" y="84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6" name="Google Shape;376;p12"/>
            <p:cNvSpPr/>
            <p:nvPr/>
          </p:nvSpPr>
          <p:spPr>
            <a:xfrm>
              <a:off x="4055071" y="830549"/>
              <a:ext cx="73616" cy="73105"/>
            </a:xfrm>
            <a:custGeom>
              <a:rect b="b" l="l" r="r" t="t"/>
              <a:pathLst>
                <a:path extrusionOk="0" h="8729" w="8790">
                  <a:moveTo>
                    <a:pt x="4395" y="8730"/>
                  </a:moveTo>
                  <a:cubicBezTo>
                    <a:pt x="6823" y="8730"/>
                    <a:pt x="8791" y="6775"/>
                    <a:pt x="8791" y="4365"/>
                  </a:cubicBezTo>
                  <a:cubicBezTo>
                    <a:pt x="8791" y="1955"/>
                    <a:pt x="6823" y="0"/>
                    <a:pt x="4395" y="0"/>
                  </a:cubicBezTo>
                  <a:cubicBezTo>
                    <a:pt x="1968" y="0"/>
                    <a:pt x="0" y="1955"/>
                    <a:pt x="0" y="4365"/>
                  </a:cubicBezTo>
                  <a:cubicBezTo>
                    <a:pt x="0" y="6775"/>
                    <a:pt x="1968" y="8730"/>
                    <a:pt x="4395" y="87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4060018" y="647559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4075654" y="465027"/>
              <a:ext cx="78465" cy="77921"/>
            </a:xfrm>
            <a:custGeom>
              <a:rect b="b" l="l" r="r" t="t"/>
              <a:pathLst>
                <a:path extrusionOk="0" h="9304" w="9369">
                  <a:moveTo>
                    <a:pt x="4684" y="9305"/>
                  </a:moveTo>
                  <a:cubicBezTo>
                    <a:pt x="7272" y="9305"/>
                    <a:pt x="9370" y="7222"/>
                    <a:pt x="9370" y="4652"/>
                  </a:cubicBezTo>
                  <a:cubicBezTo>
                    <a:pt x="9370" y="2083"/>
                    <a:pt x="7272" y="0"/>
                    <a:pt x="4684" y="0"/>
                  </a:cubicBezTo>
                  <a:cubicBezTo>
                    <a:pt x="2097" y="0"/>
                    <a:pt x="0" y="2083"/>
                    <a:pt x="0" y="4652"/>
                  </a:cubicBezTo>
                  <a:cubicBezTo>
                    <a:pt x="0" y="7222"/>
                    <a:pt x="2097" y="9305"/>
                    <a:pt x="4684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79" name="Google Shape;379;p12"/>
            <p:cNvSpPr/>
            <p:nvPr/>
          </p:nvSpPr>
          <p:spPr>
            <a:xfrm>
              <a:off x="4103104" y="284058"/>
              <a:ext cx="80903" cy="80333"/>
            </a:xfrm>
            <a:custGeom>
              <a:rect b="b" l="l" r="r" t="t"/>
              <a:pathLst>
                <a:path extrusionOk="0" h="9592" w="9660">
                  <a:moveTo>
                    <a:pt x="4830" y="9593"/>
                  </a:moveTo>
                  <a:cubicBezTo>
                    <a:pt x="7497" y="9593"/>
                    <a:pt x="9660" y="7446"/>
                    <a:pt x="9660" y="4797"/>
                  </a:cubicBezTo>
                  <a:cubicBezTo>
                    <a:pt x="9660" y="2148"/>
                    <a:pt x="7497" y="0"/>
                    <a:pt x="4830" y="0"/>
                  </a:cubicBezTo>
                  <a:cubicBezTo>
                    <a:pt x="2162" y="0"/>
                    <a:pt x="0" y="2148"/>
                    <a:pt x="0" y="4797"/>
                  </a:cubicBezTo>
                  <a:cubicBezTo>
                    <a:pt x="0" y="7446"/>
                    <a:pt x="2162" y="9593"/>
                    <a:pt x="4830" y="959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0" name="Google Shape;380;p12"/>
            <p:cNvSpPr/>
            <p:nvPr/>
          </p:nvSpPr>
          <p:spPr>
            <a:xfrm>
              <a:off x="4142277" y="105631"/>
              <a:ext cx="82519" cy="81941"/>
            </a:xfrm>
            <a:custGeom>
              <a:rect b="b" l="l" r="r" t="t"/>
              <a:pathLst>
                <a:path extrusionOk="0" h="9784" w="9853">
                  <a:moveTo>
                    <a:pt x="4927" y="9784"/>
                  </a:moveTo>
                  <a:cubicBezTo>
                    <a:pt x="7649" y="9784"/>
                    <a:pt x="9854" y="7593"/>
                    <a:pt x="9854" y="4892"/>
                  </a:cubicBezTo>
                  <a:cubicBezTo>
                    <a:pt x="9854" y="2190"/>
                    <a:pt x="7649" y="0"/>
                    <a:pt x="4927" y="0"/>
                  </a:cubicBezTo>
                  <a:cubicBezTo>
                    <a:pt x="2206" y="0"/>
                    <a:pt x="0" y="2190"/>
                    <a:pt x="0" y="4892"/>
                  </a:cubicBezTo>
                  <a:cubicBezTo>
                    <a:pt x="0" y="7593"/>
                    <a:pt x="2206" y="9784"/>
                    <a:pt x="4927" y="97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>
              <a:off x="6850657" y="3884791"/>
              <a:ext cx="42872" cy="42579"/>
            </a:xfrm>
            <a:custGeom>
              <a:rect b="b" l="l" r="r" t="t"/>
              <a:pathLst>
                <a:path extrusionOk="0" h="5084" w="5119">
                  <a:moveTo>
                    <a:pt x="2559" y="5084"/>
                  </a:moveTo>
                  <a:cubicBezTo>
                    <a:pt x="3974" y="5084"/>
                    <a:pt x="5120" y="3946"/>
                    <a:pt x="5120" y="2542"/>
                  </a:cubicBezTo>
                  <a:cubicBezTo>
                    <a:pt x="5120" y="1138"/>
                    <a:pt x="3974" y="0"/>
                    <a:pt x="2559" y="0"/>
                  </a:cubicBezTo>
                  <a:cubicBezTo>
                    <a:pt x="1146" y="0"/>
                    <a:pt x="0" y="1138"/>
                    <a:pt x="0" y="2542"/>
                  </a:cubicBezTo>
                  <a:cubicBezTo>
                    <a:pt x="0" y="3946"/>
                    <a:pt x="1146" y="5084"/>
                    <a:pt x="2559" y="50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2" name="Google Shape;382;p12"/>
            <p:cNvSpPr/>
            <p:nvPr/>
          </p:nvSpPr>
          <p:spPr>
            <a:xfrm>
              <a:off x="6663827" y="3867180"/>
              <a:ext cx="50962" cy="50610"/>
            </a:xfrm>
            <a:custGeom>
              <a:rect b="b" l="l" r="r" t="t"/>
              <a:pathLst>
                <a:path extrusionOk="0" h="6043" w="6085">
                  <a:moveTo>
                    <a:pt x="3042" y="6044"/>
                  </a:moveTo>
                  <a:cubicBezTo>
                    <a:pt x="4723" y="6044"/>
                    <a:pt x="6086" y="4690"/>
                    <a:pt x="6086" y="3021"/>
                  </a:cubicBezTo>
                  <a:cubicBezTo>
                    <a:pt x="6086" y="1353"/>
                    <a:pt x="4723" y="0"/>
                    <a:pt x="3042" y="0"/>
                  </a:cubicBezTo>
                  <a:cubicBezTo>
                    <a:pt x="1362" y="0"/>
                    <a:pt x="0" y="1353"/>
                    <a:pt x="0" y="3021"/>
                  </a:cubicBezTo>
                  <a:cubicBezTo>
                    <a:pt x="0" y="4690"/>
                    <a:pt x="1362" y="6044"/>
                    <a:pt x="3042" y="60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3" name="Google Shape;383;p12"/>
            <p:cNvSpPr/>
            <p:nvPr/>
          </p:nvSpPr>
          <p:spPr>
            <a:xfrm>
              <a:off x="6478953" y="3839529"/>
              <a:ext cx="57436" cy="57042"/>
            </a:xfrm>
            <a:custGeom>
              <a:rect b="b" l="l" r="r" t="t"/>
              <a:pathLst>
                <a:path extrusionOk="0" h="6811" w="6858">
                  <a:moveTo>
                    <a:pt x="3429" y="6811"/>
                  </a:moveTo>
                  <a:cubicBezTo>
                    <a:pt x="5324" y="6811"/>
                    <a:pt x="6859" y="5286"/>
                    <a:pt x="6859" y="3406"/>
                  </a:cubicBezTo>
                  <a:cubicBezTo>
                    <a:pt x="6859" y="1525"/>
                    <a:pt x="5324" y="0"/>
                    <a:pt x="3429" y="0"/>
                  </a:cubicBezTo>
                  <a:cubicBezTo>
                    <a:pt x="1535" y="0"/>
                    <a:pt x="0" y="1525"/>
                    <a:pt x="0" y="3406"/>
                  </a:cubicBezTo>
                  <a:cubicBezTo>
                    <a:pt x="0" y="5286"/>
                    <a:pt x="1535" y="6811"/>
                    <a:pt x="3429" y="681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4" name="Google Shape;384;p12"/>
            <p:cNvSpPr/>
            <p:nvPr/>
          </p:nvSpPr>
          <p:spPr>
            <a:xfrm>
              <a:off x="6296686" y="3801956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6117674" y="3754544"/>
              <a:ext cx="65526" cy="65074"/>
            </a:xfrm>
            <a:custGeom>
              <a:rect b="b" l="l" r="r" t="t"/>
              <a:pathLst>
                <a:path extrusionOk="0" h="7770" w="7824">
                  <a:moveTo>
                    <a:pt x="3913" y="7770"/>
                  </a:moveTo>
                  <a:cubicBezTo>
                    <a:pt x="6073" y="7770"/>
                    <a:pt x="7825" y="6031"/>
                    <a:pt x="7825" y="3885"/>
                  </a:cubicBezTo>
                  <a:cubicBezTo>
                    <a:pt x="7825" y="1740"/>
                    <a:pt x="6073" y="0"/>
                    <a:pt x="3913" y="0"/>
                  </a:cubicBezTo>
                  <a:cubicBezTo>
                    <a:pt x="1752" y="0"/>
                    <a:pt x="0" y="1740"/>
                    <a:pt x="0" y="3885"/>
                  </a:cubicBezTo>
                  <a:cubicBezTo>
                    <a:pt x="0" y="6031"/>
                    <a:pt x="1752" y="7770"/>
                    <a:pt x="3913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5942136" y="3697102"/>
              <a:ext cx="67955" cy="67477"/>
            </a:xfrm>
            <a:custGeom>
              <a:rect b="b" l="l" r="r" t="t"/>
              <a:pathLst>
                <a:path extrusionOk="0" h="8057" w="8114">
                  <a:moveTo>
                    <a:pt x="4057" y="8057"/>
                  </a:moveTo>
                  <a:cubicBezTo>
                    <a:pt x="6298" y="8057"/>
                    <a:pt x="8114" y="6254"/>
                    <a:pt x="8114" y="4029"/>
                  </a:cubicBezTo>
                  <a:cubicBezTo>
                    <a:pt x="8114" y="1804"/>
                    <a:pt x="6298" y="0"/>
                    <a:pt x="4057" y="0"/>
                  </a:cubicBezTo>
                  <a:cubicBezTo>
                    <a:pt x="1816" y="0"/>
                    <a:pt x="0" y="1804"/>
                    <a:pt x="0" y="4029"/>
                  </a:cubicBezTo>
                  <a:cubicBezTo>
                    <a:pt x="0" y="6254"/>
                    <a:pt x="1816" y="8057"/>
                    <a:pt x="4057" y="805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5770705" y="3629811"/>
              <a:ext cx="69571" cy="69085"/>
            </a:xfrm>
            <a:custGeom>
              <a:rect b="b" l="l" r="r" t="t"/>
              <a:pathLst>
                <a:path extrusionOk="0" h="8249" w="8307">
                  <a:moveTo>
                    <a:pt x="4154" y="8250"/>
                  </a:moveTo>
                  <a:cubicBezTo>
                    <a:pt x="6447" y="8250"/>
                    <a:pt x="8308" y="6403"/>
                    <a:pt x="8308" y="4124"/>
                  </a:cubicBezTo>
                  <a:cubicBezTo>
                    <a:pt x="8308" y="1846"/>
                    <a:pt x="6447" y="0"/>
                    <a:pt x="4154" y="0"/>
                  </a:cubicBezTo>
                  <a:cubicBezTo>
                    <a:pt x="1859" y="0"/>
                    <a:pt x="0" y="1846"/>
                    <a:pt x="0" y="4124"/>
                  </a:cubicBezTo>
                  <a:cubicBezTo>
                    <a:pt x="0" y="6403"/>
                    <a:pt x="1859" y="8250"/>
                    <a:pt x="4154" y="82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5603580" y="3552489"/>
              <a:ext cx="71196" cy="70693"/>
            </a:xfrm>
            <a:custGeom>
              <a:rect b="b" l="l" r="r" t="t"/>
              <a:pathLst>
                <a:path extrusionOk="0" h="8441" w="8501">
                  <a:moveTo>
                    <a:pt x="4250" y="8442"/>
                  </a:moveTo>
                  <a:cubicBezTo>
                    <a:pt x="6598" y="8442"/>
                    <a:pt x="8501" y="6552"/>
                    <a:pt x="8501" y="4221"/>
                  </a:cubicBezTo>
                  <a:cubicBezTo>
                    <a:pt x="8501" y="1890"/>
                    <a:pt x="6598" y="0"/>
                    <a:pt x="4250" y="0"/>
                  </a:cubicBezTo>
                  <a:cubicBezTo>
                    <a:pt x="1903" y="0"/>
                    <a:pt x="0" y="1890"/>
                    <a:pt x="0" y="4221"/>
                  </a:cubicBezTo>
                  <a:cubicBezTo>
                    <a:pt x="0" y="6552"/>
                    <a:pt x="1903" y="8442"/>
                    <a:pt x="4250" y="844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5441356" y="3465438"/>
              <a:ext cx="72812" cy="72301"/>
            </a:xfrm>
            <a:custGeom>
              <a:rect b="b" l="l" r="r" t="t"/>
              <a:pathLst>
                <a:path extrusionOk="0" h="8633" w="8694">
                  <a:moveTo>
                    <a:pt x="4347" y="8633"/>
                  </a:moveTo>
                  <a:cubicBezTo>
                    <a:pt x="6748" y="8633"/>
                    <a:pt x="8694" y="6701"/>
                    <a:pt x="8694" y="4317"/>
                  </a:cubicBezTo>
                  <a:cubicBezTo>
                    <a:pt x="8694" y="1933"/>
                    <a:pt x="6748" y="0"/>
                    <a:pt x="4347" y="0"/>
                  </a:cubicBezTo>
                  <a:cubicBezTo>
                    <a:pt x="1946" y="0"/>
                    <a:pt x="0" y="1933"/>
                    <a:pt x="0" y="4317"/>
                  </a:cubicBezTo>
                  <a:cubicBezTo>
                    <a:pt x="0" y="6701"/>
                    <a:pt x="1946" y="8633"/>
                    <a:pt x="4347" y="86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5284628" y="3368960"/>
              <a:ext cx="74420" cy="73901"/>
            </a:xfrm>
            <a:custGeom>
              <a:rect b="b" l="l" r="r" t="t"/>
              <a:pathLst>
                <a:path extrusionOk="0" h="8824" w="8886">
                  <a:moveTo>
                    <a:pt x="4443" y="8825"/>
                  </a:moveTo>
                  <a:cubicBezTo>
                    <a:pt x="6897" y="8825"/>
                    <a:pt x="8887" y="6849"/>
                    <a:pt x="8887" y="4413"/>
                  </a:cubicBezTo>
                  <a:cubicBezTo>
                    <a:pt x="8887" y="1976"/>
                    <a:pt x="6897" y="0"/>
                    <a:pt x="4443" y="0"/>
                  </a:cubicBezTo>
                  <a:cubicBezTo>
                    <a:pt x="1989" y="0"/>
                    <a:pt x="0" y="1976"/>
                    <a:pt x="0" y="4413"/>
                  </a:cubicBezTo>
                  <a:cubicBezTo>
                    <a:pt x="0" y="6849"/>
                    <a:pt x="1989" y="8825"/>
                    <a:pt x="4443" y="882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5133935" y="3263393"/>
              <a:ext cx="76053" cy="75517"/>
            </a:xfrm>
            <a:custGeom>
              <a:rect b="b" l="l" r="r" t="t"/>
              <a:pathLst>
                <a:path extrusionOk="0" h="9017" w="9081">
                  <a:moveTo>
                    <a:pt x="4541" y="9017"/>
                  </a:moveTo>
                  <a:cubicBezTo>
                    <a:pt x="7049" y="9017"/>
                    <a:pt x="9081" y="6999"/>
                    <a:pt x="9081" y="4509"/>
                  </a:cubicBezTo>
                  <a:cubicBezTo>
                    <a:pt x="9081" y="2018"/>
                    <a:pt x="7049" y="0"/>
                    <a:pt x="4541" y="0"/>
                  </a:cubicBezTo>
                  <a:cubicBezTo>
                    <a:pt x="2034" y="0"/>
                    <a:pt x="0" y="2018"/>
                    <a:pt x="0" y="4509"/>
                  </a:cubicBezTo>
                  <a:cubicBezTo>
                    <a:pt x="0" y="6999"/>
                    <a:pt x="2034" y="9017"/>
                    <a:pt x="4541" y="901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4990228" y="3149513"/>
              <a:ext cx="76849" cy="76313"/>
            </a:xfrm>
            <a:custGeom>
              <a:rect b="b" l="l" r="r" t="t"/>
              <a:pathLst>
                <a:path extrusionOk="0" h="9112" w="9176">
                  <a:moveTo>
                    <a:pt x="4588" y="9113"/>
                  </a:moveTo>
                  <a:cubicBezTo>
                    <a:pt x="7123" y="9113"/>
                    <a:pt x="9176" y="7072"/>
                    <a:pt x="9176" y="4556"/>
                  </a:cubicBezTo>
                  <a:cubicBezTo>
                    <a:pt x="9176" y="2039"/>
                    <a:pt x="7123" y="0"/>
                    <a:pt x="4588" y="0"/>
                  </a:cubicBezTo>
                  <a:cubicBezTo>
                    <a:pt x="2054" y="0"/>
                    <a:pt x="0" y="2039"/>
                    <a:pt x="0" y="4556"/>
                  </a:cubicBezTo>
                  <a:cubicBezTo>
                    <a:pt x="0" y="7072"/>
                    <a:pt x="2054" y="9113"/>
                    <a:pt x="4588" y="911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4854412" y="3028117"/>
              <a:ext cx="76053" cy="75517"/>
            </a:xfrm>
            <a:custGeom>
              <a:rect b="b" l="l" r="r" t="t"/>
              <a:pathLst>
                <a:path extrusionOk="0" h="9017" w="9081">
                  <a:moveTo>
                    <a:pt x="4541" y="9017"/>
                  </a:moveTo>
                  <a:cubicBezTo>
                    <a:pt x="7048" y="9017"/>
                    <a:pt x="9081" y="6999"/>
                    <a:pt x="9081" y="4508"/>
                  </a:cubicBezTo>
                  <a:cubicBezTo>
                    <a:pt x="9081" y="2018"/>
                    <a:pt x="7048" y="0"/>
                    <a:pt x="4541" y="0"/>
                  </a:cubicBezTo>
                  <a:cubicBezTo>
                    <a:pt x="2033" y="0"/>
                    <a:pt x="0" y="2018"/>
                    <a:pt x="0" y="4508"/>
                  </a:cubicBezTo>
                  <a:cubicBezTo>
                    <a:pt x="0" y="6999"/>
                    <a:pt x="2033" y="9017"/>
                    <a:pt x="4541" y="901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4" name="Google Shape;394;p12"/>
            <p:cNvSpPr/>
            <p:nvPr/>
          </p:nvSpPr>
          <p:spPr>
            <a:xfrm>
              <a:off x="4726186" y="2898602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5" name="Google Shape;395;p12"/>
            <p:cNvSpPr/>
            <p:nvPr/>
          </p:nvSpPr>
          <p:spPr>
            <a:xfrm>
              <a:off x="4606399" y="2762603"/>
              <a:ext cx="73616" cy="73097"/>
            </a:xfrm>
            <a:custGeom>
              <a:rect b="b" l="l" r="r" t="t"/>
              <a:pathLst>
                <a:path extrusionOk="0" h="8728" w="8790">
                  <a:moveTo>
                    <a:pt x="4395" y="8729"/>
                  </a:moveTo>
                  <a:cubicBezTo>
                    <a:pt x="6823" y="8729"/>
                    <a:pt x="8791" y="6775"/>
                    <a:pt x="8791" y="4364"/>
                  </a:cubicBezTo>
                  <a:cubicBezTo>
                    <a:pt x="8791" y="1954"/>
                    <a:pt x="6823" y="0"/>
                    <a:pt x="4395" y="0"/>
                  </a:cubicBezTo>
                  <a:cubicBezTo>
                    <a:pt x="1968" y="0"/>
                    <a:pt x="0" y="1954"/>
                    <a:pt x="0" y="4364"/>
                  </a:cubicBezTo>
                  <a:cubicBezTo>
                    <a:pt x="0" y="6775"/>
                    <a:pt x="1968" y="8729"/>
                    <a:pt x="4395" y="87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6" name="Google Shape;396;p12"/>
            <p:cNvSpPr/>
            <p:nvPr/>
          </p:nvSpPr>
          <p:spPr>
            <a:xfrm>
              <a:off x="4496296" y="2620633"/>
              <a:ext cx="69571" cy="69085"/>
            </a:xfrm>
            <a:custGeom>
              <a:rect b="b" l="l" r="r" t="t"/>
              <a:pathLst>
                <a:path extrusionOk="0" h="8249" w="8307">
                  <a:moveTo>
                    <a:pt x="4154" y="8250"/>
                  </a:moveTo>
                  <a:cubicBezTo>
                    <a:pt x="6447" y="8250"/>
                    <a:pt x="8308" y="6403"/>
                    <a:pt x="8308" y="4124"/>
                  </a:cubicBezTo>
                  <a:cubicBezTo>
                    <a:pt x="8308" y="1847"/>
                    <a:pt x="6447" y="0"/>
                    <a:pt x="4154" y="0"/>
                  </a:cubicBezTo>
                  <a:cubicBezTo>
                    <a:pt x="1859" y="0"/>
                    <a:pt x="0" y="1847"/>
                    <a:pt x="0" y="4124"/>
                  </a:cubicBezTo>
                  <a:cubicBezTo>
                    <a:pt x="0" y="6403"/>
                    <a:pt x="1859" y="8250"/>
                    <a:pt x="4154" y="82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7" name="Google Shape;397;p12"/>
            <p:cNvSpPr/>
            <p:nvPr/>
          </p:nvSpPr>
          <p:spPr>
            <a:xfrm>
              <a:off x="4394652" y="2471860"/>
              <a:ext cx="66330" cy="65869"/>
            </a:xfrm>
            <a:custGeom>
              <a:rect b="b" l="l" r="r" t="t"/>
              <a:pathLst>
                <a:path extrusionOk="0" h="7865" w="7920">
                  <a:moveTo>
                    <a:pt x="3960" y="7866"/>
                  </a:moveTo>
                  <a:cubicBezTo>
                    <a:pt x="6148" y="7866"/>
                    <a:pt x="7921" y="6105"/>
                    <a:pt x="7921" y="3933"/>
                  </a:cubicBezTo>
                  <a:cubicBezTo>
                    <a:pt x="7921" y="1761"/>
                    <a:pt x="6148" y="0"/>
                    <a:pt x="3960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5"/>
                    <a:pt x="1774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8" name="Google Shape;398;p12"/>
            <p:cNvSpPr/>
            <p:nvPr/>
          </p:nvSpPr>
          <p:spPr>
            <a:xfrm>
              <a:off x="4302270" y="2317208"/>
              <a:ext cx="63106" cy="62653"/>
            </a:xfrm>
            <a:custGeom>
              <a:rect b="b" l="l" r="r" t="t"/>
              <a:pathLst>
                <a:path extrusionOk="0" h="7481" w="7535">
                  <a:moveTo>
                    <a:pt x="3767" y="7482"/>
                  </a:moveTo>
                  <a:cubicBezTo>
                    <a:pt x="5848" y="7482"/>
                    <a:pt x="7535" y="5807"/>
                    <a:pt x="7535" y="3741"/>
                  </a:cubicBezTo>
                  <a:cubicBezTo>
                    <a:pt x="7535" y="1675"/>
                    <a:pt x="5848" y="0"/>
                    <a:pt x="3767" y="0"/>
                  </a:cubicBezTo>
                  <a:cubicBezTo>
                    <a:pt x="1687" y="0"/>
                    <a:pt x="0" y="1675"/>
                    <a:pt x="0" y="3741"/>
                  </a:cubicBezTo>
                  <a:cubicBezTo>
                    <a:pt x="0" y="5807"/>
                    <a:pt x="1687" y="7482"/>
                    <a:pt x="3767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399" name="Google Shape;399;p12"/>
            <p:cNvSpPr/>
            <p:nvPr/>
          </p:nvSpPr>
          <p:spPr>
            <a:xfrm>
              <a:off x="4218639" y="2156255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0" name="Google Shape;400;p12"/>
            <p:cNvSpPr/>
            <p:nvPr/>
          </p:nvSpPr>
          <p:spPr>
            <a:xfrm>
              <a:off x="4144490" y="1990593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3" y="7194"/>
                  </a:moveTo>
                  <a:cubicBezTo>
                    <a:pt x="5624" y="7194"/>
                    <a:pt x="7246" y="5584"/>
                    <a:pt x="7246" y="3597"/>
                  </a:cubicBezTo>
                  <a:cubicBezTo>
                    <a:pt x="7246" y="1611"/>
                    <a:pt x="5624" y="0"/>
                    <a:pt x="3623" y="0"/>
                  </a:cubicBezTo>
                  <a:cubicBezTo>
                    <a:pt x="1622" y="0"/>
                    <a:pt x="0" y="1611"/>
                    <a:pt x="0" y="3597"/>
                  </a:cubicBezTo>
                  <a:cubicBezTo>
                    <a:pt x="0" y="5584"/>
                    <a:pt x="1622" y="7194"/>
                    <a:pt x="3623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1" name="Google Shape;401;p12"/>
            <p:cNvSpPr/>
            <p:nvPr/>
          </p:nvSpPr>
          <p:spPr>
            <a:xfrm>
              <a:off x="4080089" y="1820195"/>
              <a:ext cx="60668" cy="60250"/>
            </a:xfrm>
            <a:custGeom>
              <a:rect b="b" l="l" r="r" t="t"/>
              <a:pathLst>
                <a:path extrusionOk="0" h="7194" w="7244">
                  <a:moveTo>
                    <a:pt x="3622" y="7194"/>
                  </a:moveTo>
                  <a:cubicBezTo>
                    <a:pt x="5624" y="7194"/>
                    <a:pt x="7245" y="5584"/>
                    <a:pt x="7245" y="3598"/>
                  </a:cubicBezTo>
                  <a:cubicBezTo>
                    <a:pt x="7245" y="1611"/>
                    <a:pt x="5624" y="0"/>
                    <a:pt x="3622" y="0"/>
                  </a:cubicBezTo>
                  <a:cubicBezTo>
                    <a:pt x="1622" y="0"/>
                    <a:pt x="0" y="1611"/>
                    <a:pt x="0" y="3598"/>
                  </a:cubicBezTo>
                  <a:cubicBezTo>
                    <a:pt x="0" y="5584"/>
                    <a:pt x="1622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2" name="Google Shape;402;p12"/>
            <p:cNvSpPr/>
            <p:nvPr/>
          </p:nvSpPr>
          <p:spPr>
            <a:xfrm>
              <a:off x="4025252" y="1645471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3" name="Google Shape;403;p12"/>
            <p:cNvSpPr/>
            <p:nvPr/>
          </p:nvSpPr>
          <p:spPr>
            <a:xfrm>
              <a:off x="3980986" y="1467849"/>
              <a:ext cx="63910" cy="63466"/>
            </a:xfrm>
            <a:custGeom>
              <a:rect b="b" l="l" r="r" t="t"/>
              <a:pathLst>
                <a:path extrusionOk="0" h="7578" w="7631">
                  <a:moveTo>
                    <a:pt x="3816" y="7578"/>
                  </a:moveTo>
                  <a:cubicBezTo>
                    <a:pt x="5924" y="7578"/>
                    <a:pt x="7631" y="5882"/>
                    <a:pt x="7631" y="3789"/>
                  </a:cubicBezTo>
                  <a:cubicBezTo>
                    <a:pt x="7631" y="1696"/>
                    <a:pt x="5924" y="0"/>
                    <a:pt x="3816" y="0"/>
                  </a:cubicBezTo>
                  <a:cubicBezTo>
                    <a:pt x="1709" y="0"/>
                    <a:pt x="0" y="1696"/>
                    <a:pt x="0" y="3789"/>
                  </a:cubicBezTo>
                  <a:cubicBezTo>
                    <a:pt x="0" y="5882"/>
                    <a:pt x="1709" y="7578"/>
                    <a:pt x="3816" y="757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4" name="Google Shape;404;p12"/>
            <p:cNvSpPr/>
            <p:nvPr/>
          </p:nvSpPr>
          <p:spPr>
            <a:xfrm>
              <a:off x="3947446" y="1287959"/>
              <a:ext cx="65526" cy="65074"/>
            </a:xfrm>
            <a:custGeom>
              <a:rect b="b" l="l" r="r" t="t"/>
              <a:pathLst>
                <a:path extrusionOk="0" h="7770" w="7824">
                  <a:moveTo>
                    <a:pt x="3912" y="7770"/>
                  </a:moveTo>
                  <a:cubicBezTo>
                    <a:pt x="6073" y="7770"/>
                    <a:pt x="7825" y="6031"/>
                    <a:pt x="7825" y="3885"/>
                  </a:cubicBezTo>
                  <a:cubicBezTo>
                    <a:pt x="7825" y="1739"/>
                    <a:pt x="6073" y="0"/>
                    <a:pt x="3912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1"/>
                    <a:pt x="1752" y="7770"/>
                    <a:pt x="3912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5" name="Google Shape;405;p12"/>
            <p:cNvSpPr/>
            <p:nvPr/>
          </p:nvSpPr>
          <p:spPr>
            <a:xfrm>
              <a:off x="3923946" y="1105409"/>
              <a:ext cx="68759" cy="68759"/>
            </a:xfrm>
            <a:custGeom>
              <a:rect b="b" l="l" r="r" t="t"/>
              <a:pathLst>
                <a:path extrusionOk="0" h="8210" w="8210">
                  <a:moveTo>
                    <a:pt x="8211" y="4105"/>
                  </a:moveTo>
                  <a:cubicBezTo>
                    <a:pt x="8211" y="6373"/>
                    <a:pt x="6373" y="8211"/>
                    <a:pt x="4105" y="8211"/>
                  </a:cubicBezTo>
                  <a:cubicBezTo>
                    <a:pt x="1838" y="8211"/>
                    <a:pt x="0" y="6373"/>
                    <a:pt x="0" y="4105"/>
                  </a:cubicBezTo>
                  <a:cubicBezTo>
                    <a:pt x="0" y="1838"/>
                    <a:pt x="1838" y="0"/>
                    <a:pt x="4105" y="0"/>
                  </a:cubicBezTo>
                  <a:cubicBezTo>
                    <a:pt x="6373" y="0"/>
                    <a:pt x="8211" y="1838"/>
                    <a:pt x="8211" y="41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6" name="Google Shape;406;p12"/>
            <p:cNvSpPr/>
            <p:nvPr/>
          </p:nvSpPr>
          <p:spPr>
            <a:xfrm>
              <a:off x="3911775" y="922757"/>
              <a:ext cx="71196" cy="70693"/>
            </a:xfrm>
            <a:custGeom>
              <a:rect b="b" l="l" r="r" t="t"/>
              <a:pathLst>
                <a:path extrusionOk="0" h="8441" w="8501">
                  <a:moveTo>
                    <a:pt x="4250" y="8442"/>
                  </a:moveTo>
                  <a:cubicBezTo>
                    <a:pt x="6598" y="8442"/>
                    <a:pt x="8501" y="6552"/>
                    <a:pt x="8501" y="4221"/>
                  </a:cubicBezTo>
                  <a:cubicBezTo>
                    <a:pt x="8501" y="1890"/>
                    <a:pt x="6598" y="0"/>
                    <a:pt x="4250" y="0"/>
                  </a:cubicBezTo>
                  <a:cubicBezTo>
                    <a:pt x="1902" y="0"/>
                    <a:pt x="0" y="1890"/>
                    <a:pt x="0" y="4221"/>
                  </a:cubicBezTo>
                  <a:cubicBezTo>
                    <a:pt x="0" y="6552"/>
                    <a:pt x="1902" y="8442"/>
                    <a:pt x="4250" y="844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7" name="Google Shape;407;p12"/>
            <p:cNvSpPr/>
            <p:nvPr/>
          </p:nvSpPr>
          <p:spPr>
            <a:xfrm>
              <a:off x="3910550" y="739539"/>
              <a:ext cx="73625" cy="73105"/>
            </a:xfrm>
            <a:custGeom>
              <a:rect b="b" l="l" r="r" t="t"/>
              <a:pathLst>
                <a:path extrusionOk="0" h="8729" w="8791">
                  <a:moveTo>
                    <a:pt x="4396" y="8730"/>
                  </a:moveTo>
                  <a:cubicBezTo>
                    <a:pt x="6824" y="8730"/>
                    <a:pt x="8792" y="6775"/>
                    <a:pt x="8792" y="4365"/>
                  </a:cubicBezTo>
                  <a:cubicBezTo>
                    <a:pt x="8792" y="1955"/>
                    <a:pt x="6824" y="0"/>
                    <a:pt x="4396" y="0"/>
                  </a:cubicBezTo>
                  <a:cubicBezTo>
                    <a:pt x="1968" y="0"/>
                    <a:pt x="0" y="1955"/>
                    <a:pt x="0" y="4365"/>
                  </a:cubicBezTo>
                  <a:cubicBezTo>
                    <a:pt x="0" y="6775"/>
                    <a:pt x="1968" y="8730"/>
                    <a:pt x="4396" y="87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8" name="Google Shape;408;p12"/>
            <p:cNvSpPr/>
            <p:nvPr/>
          </p:nvSpPr>
          <p:spPr>
            <a:xfrm>
              <a:off x="3920307" y="556650"/>
              <a:ext cx="76053" cy="75517"/>
            </a:xfrm>
            <a:custGeom>
              <a:rect b="b" l="l" r="r" t="t"/>
              <a:pathLst>
                <a:path extrusionOk="0" h="9017" w="9081">
                  <a:moveTo>
                    <a:pt x="4541" y="9017"/>
                  </a:moveTo>
                  <a:cubicBezTo>
                    <a:pt x="7048" y="9017"/>
                    <a:pt x="9081" y="6999"/>
                    <a:pt x="9081" y="4509"/>
                  </a:cubicBezTo>
                  <a:cubicBezTo>
                    <a:pt x="9081" y="2019"/>
                    <a:pt x="7048" y="0"/>
                    <a:pt x="4541" y="0"/>
                  </a:cubicBezTo>
                  <a:cubicBezTo>
                    <a:pt x="2034" y="0"/>
                    <a:pt x="0" y="2019"/>
                    <a:pt x="0" y="4509"/>
                  </a:cubicBezTo>
                  <a:cubicBezTo>
                    <a:pt x="0" y="6999"/>
                    <a:pt x="2034" y="9017"/>
                    <a:pt x="4541" y="901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09" name="Google Shape;409;p12"/>
            <p:cNvSpPr/>
            <p:nvPr/>
          </p:nvSpPr>
          <p:spPr>
            <a:xfrm>
              <a:off x="3940981" y="374748"/>
              <a:ext cx="78465" cy="77921"/>
            </a:xfrm>
            <a:custGeom>
              <a:rect b="b" l="l" r="r" t="t"/>
              <a:pathLst>
                <a:path extrusionOk="0" h="9304" w="9369">
                  <a:moveTo>
                    <a:pt x="4684" y="9304"/>
                  </a:moveTo>
                  <a:cubicBezTo>
                    <a:pt x="7272" y="9304"/>
                    <a:pt x="9370" y="7222"/>
                    <a:pt x="9370" y="4652"/>
                  </a:cubicBezTo>
                  <a:cubicBezTo>
                    <a:pt x="9370" y="2083"/>
                    <a:pt x="7272" y="0"/>
                    <a:pt x="4684" y="0"/>
                  </a:cubicBezTo>
                  <a:cubicBezTo>
                    <a:pt x="2097" y="0"/>
                    <a:pt x="0" y="2083"/>
                    <a:pt x="0" y="4652"/>
                  </a:cubicBezTo>
                  <a:cubicBezTo>
                    <a:pt x="0" y="7222"/>
                    <a:pt x="2097" y="9304"/>
                    <a:pt x="4684" y="930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0" name="Google Shape;410;p12"/>
            <p:cNvSpPr/>
            <p:nvPr/>
          </p:nvSpPr>
          <p:spPr>
            <a:xfrm>
              <a:off x="3972089" y="194063"/>
              <a:ext cx="81715" cy="81137"/>
            </a:xfrm>
            <a:custGeom>
              <a:rect b="b" l="l" r="r" t="t"/>
              <a:pathLst>
                <a:path extrusionOk="0" h="9688" w="9757">
                  <a:moveTo>
                    <a:pt x="4879" y="9689"/>
                  </a:moveTo>
                  <a:cubicBezTo>
                    <a:pt x="7573" y="9689"/>
                    <a:pt x="9757" y="7520"/>
                    <a:pt x="9757" y="4844"/>
                  </a:cubicBezTo>
                  <a:cubicBezTo>
                    <a:pt x="9757" y="2169"/>
                    <a:pt x="7573" y="0"/>
                    <a:pt x="4879" y="0"/>
                  </a:cubicBezTo>
                  <a:cubicBezTo>
                    <a:pt x="2185" y="0"/>
                    <a:pt x="0" y="2169"/>
                    <a:pt x="0" y="4844"/>
                  </a:cubicBezTo>
                  <a:cubicBezTo>
                    <a:pt x="0" y="7520"/>
                    <a:pt x="2185" y="9689"/>
                    <a:pt x="4879" y="96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1" name="Google Shape;411;p12"/>
            <p:cNvSpPr/>
            <p:nvPr/>
          </p:nvSpPr>
          <p:spPr>
            <a:xfrm>
              <a:off x="4014728" y="16431"/>
              <a:ext cx="83331" cy="82745"/>
            </a:xfrm>
            <a:custGeom>
              <a:rect b="b" l="l" r="r" t="t"/>
              <a:pathLst>
                <a:path extrusionOk="0" h="9880" w="9950">
                  <a:moveTo>
                    <a:pt x="4976" y="9880"/>
                  </a:moveTo>
                  <a:cubicBezTo>
                    <a:pt x="7723" y="9880"/>
                    <a:pt x="9951" y="7669"/>
                    <a:pt x="9951" y="4941"/>
                  </a:cubicBezTo>
                  <a:cubicBezTo>
                    <a:pt x="9951" y="2212"/>
                    <a:pt x="7723" y="0"/>
                    <a:pt x="4976" y="0"/>
                  </a:cubicBezTo>
                  <a:cubicBezTo>
                    <a:pt x="2228" y="0"/>
                    <a:pt x="0" y="2212"/>
                    <a:pt x="0" y="4941"/>
                  </a:cubicBezTo>
                  <a:cubicBezTo>
                    <a:pt x="0" y="7669"/>
                    <a:pt x="2228" y="9880"/>
                    <a:pt x="4976" y="98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2" name="Google Shape;412;p12"/>
            <p:cNvSpPr/>
            <p:nvPr/>
          </p:nvSpPr>
          <p:spPr>
            <a:xfrm>
              <a:off x="6898873" y="4033829"/>
              <a:ext cx="38014" cy="37788"/>
            </a:xfrm>
            <a:custGeom>
              <a:rect b="b" l="l" r="r" t="t"/>
              <a:pathLst>
                <a:path extrusionOk="0" h="4512" w="4539">
                  <a:moveTo>
                    <a:pt x="2270" y="4512"/>
                  </a:moveTo>
                  <a:cubicBezTo>
                    <a:pt x="3523" y="4512"/>
                    <a:pt x="4540" y="3502"/>
                    <a:pt x="4540" y="2254"/>
                  </a:cubicBezTo>
                  <a:cubicBezTo>
                    <a:pt x="4540" y="1009"/>
                    <a:pt x="3523" y="0"/>
                    <a:pt x="2270" y="0"/>
                  </a:cubicBezTo>
                  <a:cubicBezTo>
                    <a:pt x="1016" y="0"/>
                    <a:pt x="0" y="1009"/>
                    <a:pt x="0" y="2254"/>
                  </a:cubicBezTo>
                  <a:cubicBezTo>
                    <a:pt x="0" y="3502"/>
                    <a:pt x="1016" y="4512"/>
                    <a:pt x="2270" y="451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3" name="Google Shape;413;p12"/>
            <p:cNvSpPr/>
            <p:nvPr/>
          </p:nvSpPr>
          <p:spPr>
            <a:xfrm>
              <a:off x="6711430" y="4019016"/>
              <a:ext cx="46917" cy="46615"/>
            </a:xfrm>
            <a:custGeom>
              <a:rect b="b" l="l" r="r" t="t"/>
              <a:pathLst>
                <a:path extrusionOk="0" h="5566" w="5602">
                  <a:moveTo>
                    <a:pt x="2801" y="5566"/>
                  </a:moveTo>
                  <a:cubicBezTo>
                    <a:pt x="4349" y="5566"/>
                    <a:pt x="5603" y="4319"/>
                    <a:pt x="5603" y="2782"/>
                  </a:cubicBezTo>
                  <a:cubicBezTo>
                    <a:pt x="5603" y="1246"/>
                    <a:pt x="4349" y="0"/>
                    <a:pt x="2801" y="0"/>
                  </a:cubicBezTo>
                  <a:cubicBezTo>
                    <a:pt x="1254" y="0"/>
                    <a:pt x="0" y="1246"/>
                    <a:pt x="0" y="2782"/>
                  </a:cubicBezTo>
                  <a:cubicBezTo>
                    <a:pt x="0" y="4319"/>
                    <a:pt x="1254" y="5566"/>
                    <a:pt x="2801" y="55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4" name="Google Shape;414;p12"/>
            <p:cNvSpPr/>
            <p:nvPr/>
          </p:nvSpPr>
          <p:spPr>
            <a:xfrm>
              <a:off x="6525679" y="3994656"/>
              <a:ext cx="54203" cy="53826"/>
            </a:xfrm>
            <a:custGeom>
              <a:rect b="b" l="l" r="r" t="t"/>
              <a:pathLst>
                <a:path extrusionOk="0" h="6427" w="6472">
                  <a:moveTo>
                    <a:pt x="3237" y="6427"/>
                  </a:moveTo>
                  <a:cubicBezTo>
                    <a:pt x="5023" y="6427"/>
                    <a:pt x="6472" y="4988"/>
                    <a:pt x="6472" y="3214"/>
                  </a:cubicBezTo>
                  <a:cubicBezTo>
                    <a:pt x="6472" y="1439"/>
                    <a:pt x="5023" y="0"/>
                    <a:pt x="3237" y="0"/>
                  </a:cubicBezTo>
                  <a:cubicBezTo>
                    <a:pt x="1449" y="0"/>
                    <a:pt x="0" y="1439"/>
                    <a:pt x="0" y="3214"/>
                  </a:cubicBezTo>
                  <a:cubicBezTo>
                    <a:pt x="0" y="4988"/>
                    <a:pt x="1449" y="6427"/>
                    <a:pt x="3237" y="642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5" name="Google Shape;415;p12"/>
            <p:cNvSpPr/>
            <p:nvPr/>
          </p:nvSpPr>
          <p:spPr>
            <a:xfrm>
              <a:off x="6341839" y="3960412"/>
              <a:ext cx="60668" cy="60250"/>
            </a:xfrm>
            <a:custGeom>
              <a:rect b="b" l="l" r="r" t="t"/>
              <a:pathLst>
                <a:path extrusionOk="0" h="7194" w="7244">
                  <a:moveTo>
                    <a:pt x="3622" y="7194"/>
                  </a:moveTo>
                  <a:cubicBezTo>
                    <a:pt x="5624" y="7194"/>
                    <a:pt x="7245" y="5584"/>
                    <a:pt x="7245" y="3597"/>
                  </a:cubicBezTo>
                  <a:cubicBezTo>
                    <a:pt x="7245" y="1610"/>
                    <a:pt x="5624" y="0"/>
                    <a:pt x="3622" y="0"/>
                  </a:cubicBezTo>
                  <a:cubicBezTo>
                    <a:pt x="1622" y="0"/>
                    <a:pt x="0" y="1610"/>
                    <a:pt x="0" y="3597"/>
                  </a:cubicBezTo>
                  <a:cubicBezTo>
                    <a:pt x="0" y="5584"/>
                    <a:pt x="1622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6" name="Google Shape;416;p12"/>
            <p:cNvSpPr/>
            <p:nvPr/>
          </p:nvSpPr>
          <p:spPr>
            <a:xfrm>
              <a:off x="6161693" y="3917353"/>
              <a:ext cx="63910" cy="63910"/>
            </a:xfrm>
            <a:custGeom>
              <a:rect b="b" l="l" r="r" t="t"/>
              <a:pathLst>
                <a:path extrusionOk="0" h="7631" w="7631">
                  <a:moveTo>
                    <a:pt x="7631" y="3816"/>
                  </a:moveTo>
                  <a:cubicBezTo>
                    <a:pt x="7631" y="5923"/>
                    <a:pt x="5923" y="7631"/>
                    <a:pt x="3816" y="7631"/>
                  </a:cubicBezTo>
                  <a:cubicBezTo>
                    <a:pt x="1708" y="7631"/>
                    <a:pt x="0" y="5923"/>
                    <a:pt x="0" y="3816"/>
                  </a:cubicBezTo>
                  <a:cubicBezTo>
                    <a:pt x="0" y="1708"/>
                    <a:pt x="1708" y="0"/>
                    <a:pt x="3816" y="0"/>
                  </a:cubicBezTo>
                  <a:cubicBezTo>
                    <a:pt x="5923" y="0"/>
                    <a:pt x="7631" y="1708"/>
                    <a:pt x="7631" y="381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7" name="Google Shape;417;p12"/>
            <p:cNvSpPr/>
            <p:nvPr/>
          </p:nvSpPr>
          <p:spPr>
            <a:xfrm>
              <a:off x="5985004" y="3865497"/>
              <a:ext cx="65526" cy="65065"/>
            </a:xfrm>
            <a:custGeom>
              <a:rect b="b" l="l" r="r" t="t"/>
              <a:pathLst>
                <a:path extrusionOk="0" h="7769" w="7824">
                  <a:moveTo>
                    <a:pt x="3912" y="7770"/>
                  </a:moveTo>
                  <a:cubicBezTo>
                    <a:pt x="6073" y="7770"/>
                    <a:pt x="7825" y="6030"/>
                    <a:pt x="7825" y="3884"/>
                  </a:cubicBezTo>
                  <a:cubicBezTo>
                    <a:pt x="7825" y="1739"/>
                    <a:pt x="6073" y="0"/>
                    <a:pt x="3912" y="0"/>
                  </a:cubicBezTo>
                  <a:cubicBezTo>
                    <a:pt x="1752" y="0"/>
                    <a:pt x="0" y="1739"/>
                    <a:pt x="0" y="3884"/>
                  </a:cubicBezTo>
                  <a:cubicBezTo>
                    <a:pt x="0" y="6030"/>
                    <a:pt x="1752" y="7770"/>
                    <a:pt x="3912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8" name="Google Shape;418;p12"/>
            <p:cNvSpPr/>
            <p:nvPr/>
          </p:nvSpPr>
          <p:spPr>
            <a:xfrm>
              <a:off x="5812374" y="3804333"/>
              <a:ext cx="65526" cy="65074"/>
            </a:xfrm>
            <a:custGeom>
              <a:rect b="b" l="l" r="r" t="t"/>
              <a:pathLst>
                <a:path extrusionOk="0" h="7770" w="7824">
                  <a:moveTo>
                    <a:pt x="3912" y="7770"/>
                  </a:moveTo>
                  <a:cubicBezTo>
                    <a:pt x="6073" y="7770"/>
                    <a:pt x="7825" y="6031"/>
                    <a:pt x="7825" y="3885"/>
                  </a:cubicBezTo>
                  <a:cubicBezTo>
                    <a:pt x="7825" y="1739"/>
                    <a:pt x="6073" y="0"/>
                    <a:pt x="3912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1"/>
                    <a:pt x="1752" y="7770"/>
                    <a:pt x="3912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19" name="Google Shape;419;p12"/>
            <p:cNvSpPr/>
            <p:nvPr/>
          </p:nvSpPr>
          <p:spPr>
            <a:xfrm>
              <a:off x="5643128" y="3733074"/>
              <a:ext cx="66338" cy="65869"/>
            </a:xfrm>
            <a:custGeom>
              <a:rect b="b" l="l" r="r" t="t"/>
              <a:pathLst>
                <a:path extrusionOk="0" h="7865" w="7921">
                  <a:moveTo>
                    <a:pt x="3960" y="7866"/>
                  </a:moveTo>
                  <a:cubicBezTo>
                    <a:pt x="6148" y="7866"/>
                    <a:pt x="7922" y="6106"/>
                    <a:pt x="7922" y="3933"/>
                  </a:cubicBezTo>
                  <a:cubicBezTo>
                    <a:pt x="7922" y="1761"/>
                    <a:pt x="6148" y="0"/>
                    <a:pt x="3960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6"/>
                    <a:pt x="1774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0" name="Google Shape;420;p12"/>
            <p:cNvSpPr/>
            <p:nvPr/>
          </p:nvSpPr>
          <p:spPr>
            <a:xfrm>
              <a:off x="5478627" y="3652762"/>
              <a:ext cx="66338" cy="65878"/>
            </a:xfrm>
            <a:custGeom>
              <a:rect b="b" l="l" r="r" t="t"/>
              <a:pathLst>
                <a:path extrusionOk="0" h="7866" w="7921">
                  <a:moveTo>
                    <a:pt x="3961" y="7867"/>
                  </a:moveTo>
                  <a:cubicBezTo>
                    <a:pt x="6148" y="7867"/>
                    <a:pt x="7922" y="6106"/>
                    <a:pt x="7922" y="3934"/>
                  </a:cubicBezTo>
                  <a:cubicBezTo>
                    <a:pt x="7922" y="1761"/>
                    <a:pt x="6148" y="0"/>
                    <a:pt x="3961" y="0"/>
                  </a:cubicBezTo>
                  <a:cubicBezTo>
                    <a:pt x="1774" y="0"/>
                    <a:pt x="0" y="1761"/>
                    <a:pt x="0" y="3934"/>
                  </a:cubicBezTo>
                  <a:cubicBezTo>
                    <a:pt x="0" y="6106"/>
                    <a:pt x="1774" y="7867"/>
                    <a:pt x="3961" y="7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1" name="Google Shape;421;p12"/>
            <p:cNvSpPr/>
            <p:nvPr/>
          </p:nvSpPr>
          <p:spPr>
            <a:xfrm>
              <a:off x="5318223" y="3562465"/>
              <a:ext cx="67955" cy="67486"/>
            </a:xfrm>
            <a:custGeom>
              <a:rect b="b" l="l" r="r" t="t"/>
              <a:pathLst>
                <a:path extrusionOk="0" h="8058" w="8114">
                  <a:moveTo>
                    <a:pt x="4057" y="8058"/>
                  </a:moveTo>
                  <a:cubicBezTo>
                    <a:pt x="6298" y="8058"/>
                    <a:pt x="8114" y="6254"/>
                    <a:pt x="8114" y="4029"/>
                  </a:cubicBezTo>
                  <a:cubicBezTo>
                    <a:pt x="8114" y="1804"/>
                    <a:pt x="6298" y="0"/>
                    <a:pt x="4057" y="0"/>
                  </a:cubicBezTo>
                  <a:cubicBezTo>
                    <a:pt x="1816" y="0"/>
                    <a:pt x="0" y="1804"/>
                    <a:pt x="0" y="4029"/>
                  </a:cubicBezTo>
                  <a:cubicBezTo>
                    <a:pt x="0" y="6254"/>
                    <a:pt x="1816" y="8058"/>
                    <a:pt x="4057" y="80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2" name="Google Shape;422;p12"/>
            <p:cNvSpPr/>
            <p:nvPr/>
          </p:nvSpPr>
          <p:spPr>
            <a:xfrm>
              <a:off x="5163214" y="3463253"/>
              <a:ext cx="69571" cy="69085"/>
            </a:xfrm>
            <a:custGeom>
              <a:rect b="b" l="l" r="r" t="t"/>
              <a:pathLst>
                <a:path extrusionOk="0" h="8249" w="8307">
                  <a:moveTo>
                    <a:pt x="4154" y="8250"/>
                  </a:moveTo>
                  <a:cubicBezTo>
                    <a:pt x="6447" y="8250"/>
                    <a:pt x="8308" y="6403"/>
                    <a:pt x="8308" y="4125"/>
                  </a:cubicBezTo>
                  <a:cubicBezTo>
                    <a:pt x="8308" y="1847"/>
                    <a:pt x="6447" y="0"/>
                    <a:pt x="4154" y="0"/>
                  </a:cubicBezTo>
                  <a:cubicBezTo>
                    <a:pt x="1859" y="0"/>
                    <a:pt x="0" y="1847"/>
                    <a:pt x="0" y="4125"/>
                  </a:cubicBezTo>
                  <a:cubicBezTo>
                    <a:pt x="0" y="6403"/>
                    <a:pt x="1859" y="8250"/>
                    <a:pt x="4154" y="82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3" name="Google Shape;423;p12"/>
            <p:cNvSpPr/>
            <p:nvPr/>
          </p:nvSpPr>
          <p:spPr>
            <a:xfrm>
              <a:off x="5014112" y="3355473"/>
              <a:ext cx="71196" cy="70693"/>
            </a:xfrm>
            <a:custGeom>
              <a:rect b="b" l="l" r="r" t="t"/>
              <a:pathLst>
                <a:path extrusionOk="0" h="8441" w="8501">
                  <a:moveTo>
                    <a:pt x="4251" y="8441"/>
                  </a:moveTo>
                  <a:cubicBezTo>
                    <a:pt x="6598" y="8441"/>
                    <a:pt x="8501" y="6551"/>
                    <a:pt x="8501" y="4221"/>
                  </a:cubicBezTo>
                  <a:cubicBezTo>
                    <a:pt x="8501" y="1890"/>
                    <a:pt x="6598" y="0"/>
                    <a:pt x="4251" y="0"/>
                  </a:cubicBezTo>
                  <a:cubicBezTo>
                    <a:pt x="1903" y="0"/>
                    <a:pt x="0" y="1890"/>
                    <a:pt x="0" y="4221"/>
                  </a:cubicBezTo>
                  <a:cubicBezTo>
                    <a:pt x="0" y="6551"/>
                    <a:pt x="1903" y="8441"/>
                    <a:pt x="4251" y="84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4" name="Google Shape;424;p12"/>
            <p:cNvSpPr/>
            <p:nvPr/>
          </p:nvSpPr>
          <p:spPr>
            <a:xfrm>
              <a:off x="4871813" y="3239856"/>
              <a:ext cx="72000" cy="71497"/>
            </a:xfrm>
            <a:custGeom>
              <a:rect b="b" l="l" r="r" t="t"/>
              <a:pathLst>
                <a:path extrusionOk="0" h="8537" w="8597">
                  <a:moveTo>
                    <a:pt x="4299" y="8537"/>
                  </a:moveTo>
                  <a:cubicBezTo>
                    <a:pt x="6673" y="8537"/>
                    <a:pt x="8597" y="6627"/>
                    <a:pt x="8597" y="4269"/>
                  </a:cubicBezTo>
                  <a:cubicBezTo>
                    <a:pt x="8597" y="1912"/>
                    <a:pt x="6673" y="0"/>
                    <a:pt x="4299" y="0"/>
                  </a:cubicBezTo>
                  <a:cubicBezTo>
                    <a:pt x="1924" y="0"/>
                    <a:pt x="0" y="1912"/>
                    <a:pt x="0" y="4269"/>
                  </a:cubicBezTo>
                  <a:cubicBezTo>
                    <a:pt x="0" y="6627"/>
                    <a:pt x="1924" y="8537"/>
                    <a:pt x="4299" y="85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5" name="Google Shape;425;p12"/>
            <p:cNvSpPr/>
            <p:nvPr/>
          </p:nvSpPr>
          <p:spPr>
            <a:xfrm>
              <a:off x="4736363" y="3116119"/>
              <a:ext cx="72812" cy="72812"/>
            </a:xfrm>
            <a:custGeom>
              <a:rect b="b" l="l" r="r" t="t"/>
              <a:pathLst>
                <a:path extrusionOk="0" h="8694" w="8694">
                  <a:moveTo>
                    <a:pt x="8694" y="4347"/>
                  </a:moveTo>
                  <a:cubicBezTo>
                    <a:pt x="8694" y="6748"/>
                    <a:pt x="6748" y="8694"/>
                    <a:pt x="4347" y="8694"/>
                  </a:cubicBezTo>
                  <a:cubicBezTo>
                    <a:pt x="1946" y="8694"/>
                    <a:pt x="0" y="6748"/>
                    <a:pt x="0" y="4347"/>
                  </a:cubicBezTo>
                  <a:cubicBezTo>
                    <a:pt x="0" y="1946"/>
                    <a:pt x="1946" y="0"/>
                    <a:pt x="4347" y="0"/>
                  </a:cubicBezTo>
                  <a:cubicBezTo>
                    <a:pt x="6748" y="0"/>
                    <a:pt x="8694" y="1946"/>
                    <a:pt x="8694" y="43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6" name="Google Shape;426;p12"/>
            <p:cNvSpPr/>
            <p:nvPr/>
          </p:nvSpPr>
          <p:spPr>
            <a:xfrm>
              <a:off x="4609024" y="2986265"/>
              <a:ext cx="72000" cy="71497"/>
            </a:xfrm>
            <a:custGeom>
              <a:rect b="b" l="l" r="r" t="t"/>
              <a:pathLst>
                <a:path extrusionOk="0" h="8537" w="8597">
                  <a:moveTo>
                    <a:pt x="4299" y="8537"/>
                  </a:moveTo>
                  <a:cubicBezTo>
                    <a:pt x="6672" y="8537"/>
                    <a:pt x="8597" y="6626"/>
                    <a:pt x="8597" y="4268"/>
                  </a:cubicBezTo>
                  <a:cubicBezTo>
                    <a:pt x="8597" y="1911"/>
                    <a:pt x="6672" y="0"/>
                    <a:pt x="4299" y="0"/>
                  </a:cubicBezTo>
                  <a:cubicBezTo>
                    <a:pt x="1924" y="0"/>
                    <a:pt x="0" y="1911"/>
                    <a:pt x="0" y="4268"/>
                  </a:cubicBezTo>
                  <a:cubicBezTo>
                    <a:pt x="0" y="6626"/>
                    <a:pt x="1924" y="8537"/>
                    <a:pt x="4299" y="85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7" name="Google Shape;427;p12"/>
            <p:cNvSpPr/>
            <p:nvPr/>
          </p:nvSpPr>
          <p:spPr>
            <a:xfrm>
              <a:off x="4489393" y="2849105"/>
              <a:ext cx="71188" cy="70693"/>
            </a:xfrm>
            <a:custGeom>
              <a:rect b="b" l="l" r="r" t="t"/>
              <a:pathLst>
                <a:path extrusionOk="0" h="8441" w="8500">
                  <a:moveTo>
                    <a:pt x="4250" y="8441"/>
                  </a:moveTo>
                  <a:cubicBezTo>
                    <a:pt x="6598" y="8441"/>
                    <a:pt x="8500" y="6551"/>
                    <a:pt x="8500" y="4221"/>
                  </a:cubicBezTo>
                  <a:cubicBezTo>
                    <a:pt x="8500" y="1890"/>
                    <a:pt x="6598" y="0"/>
                    <a:pt x="4250" y="0"/>
                  </a:cubicBezTo>
                  <a:cubicBezTo>
                    <a:pt x="1902" y="0"/>
                    <a:pt x="0" y="1890"/>
                    <a:pt x="0" y="4221"/>
                  </a:cubicBezTo>
                  <a:cubicBezTo>
                    <a:pt x="0" y="6551"/>
                    <a:pt x="1902" y="8441"/>
                    <a:pt x="4250" y="84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8" name="Google Shape;428;p12"/>
            <p:cNvSpPr/>
            <p:nvPr/>
          </p:nvSpPr>
          <p:spPr>
            <a:xfrm>
              <a:off x="4378677" y="2705938"/>
              <a:ext cx="68759" cy="68759"/>
            </a:xfrm>
            <a:custGeom>
              <a:rect b="b" l="l" r="r" t="t"/>
              <a:pathLst>
                <a:path extrusionOk="0" h="8210" w="8210">
                  <a:moveTo>
                    <a:pt x="8211" y="4105"/>
                  </a:moveTo>
                  <a:cubicBezTo>
                    <a:pt x="8211" y="6373"/>
                    <a:pt x="6373" y="8211"/>
                    <a:pt x="4105" y="8211"/>
                  </a:cubicBezTo>
                  <a:cubicBezTo>
                    <a:pt x="1838" y="8211"/>
                    <a:pt x="0" y="6373"/>
                    <a:pt x="0" y="4105"/>
                  </a:cubicBezTo>
                  <a:cubicBezTo>
                    <a:pt x="0" y="1838"/>
                    <a:pt x="1838" y="0"/>
                    <a:pt x="4105" y="0"/>
                  </a:cubicBezTo>
                  <a:cubicBezTo>
                    <a:pt x="6373" y="0"/>
                    <a:pt x="8211" y="1838"/>
                    <a:pt x="8211" y="41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29" name="Google Shape;429;p12"/>
            <p:cNvSpPr/>
            <p:nvPr/>
          </p:nvSpPr>
          <p:spPr>
            <a:xfrm>
              <a:off x="4276831" y="2557531"/>
              <a:ext cx="65526" cy="65065"/>
            </a:xfrm>
            <a:custGeom>
              <a:rect b="b" l="l" r="r" t="t"/>
              <a:pathLst>
                <a:path extrusionOk="0" h="7769" w="7824">
                  <a:moveTo>
                    <a:pt x="3913" y="7770"/>
                  </a:moveTo>
                  <a:cubicBezTo>
                    <a:pt x="6073" y="7770"/>
                    <a:pt x="7825" y="6030"/>
                    <a:pt x="7825" y="3885"/>
                  </a:cubicBezTo>
                  <a:cubicBezTo>
                    <a:pt x="7825" y="1739"/>
                    <a:pt x="6073" y="0"/>
                    <a:pt x="3913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0"/>
                    <a:pt x="1752" y="7770"/>
                    <a:pt x="3913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0" name="Google Shape;430;p12"/>
            <p:cNvSpPr/>
            <p:nvPr/>
          </p:nvSpPr>
          <p:spPr>
            <a:xfrm>
              <a:off x="4183389" y="2402878"/>
              <a:ext cx="63106" cy="62653"/>
            </a:xfrm>
            <a:custGeom>
              <a:rect b="b" l="l" r="r" t="t"/>
              <a:pathLst>
                <a:path extrusionOk="0" h="7481" w="7535">
                  <a:moveTo>
                    <a:pt x="3767" y="7482"/>
                  </a:moveTo>
                  <a:cubicBezTo>
                    <a:pt x="5848" y="7482"/>
                    <a:pt x="7535" y="5806"/>
                    <a:pt x="7535" y="3740"/>
                  </a:cubicBezTo>
                  <a:cubicBezTo>
                    <a:pt x="7535" y="1675"/>
                    <a:pt x="5848" y="0"/>
                    <a:pt x="3767" y="0"/>
                  </a:cubicBezTo>
                  <a:cubicBezTo>
                    <a:pt x="1687" y="0"/>
                    <a:pt x="0" y="1675"/>
                    <a:pt x="0" y="3740"/>
                  </a:cubicBezTo>
                  <a:cubicBezTo>
                    <a:pt x="0" y="5806"/>
                    <a:pt x="1687" y="7482"/>
                    <a:pt x="3767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1" name="Google Shape;431;p12"/>
            <p:cNvSpPr/>
            <p:nvPr/>
          </p:nvSpPr>
          <p:spPr>
            <a:xfrm>
              <a:off x="4098258" y="2242300"/>
              <a:ext cx="62293" cy="61849"/>
            </a:xfrm>
            <a:custGeom>
              <a:rect b="b" l="l" r="r" t="t"/>
              <a:pathLst>
                <a:path extrusionOk="0" h="7385" w="7438">
                  <a:moveTo>
                    <a:pt x="3719" y="7386"/>
                  </a:moveTo>
                  <a:cubicBezTo>
                    <a:pt x="5773" y="7386"/>
                    <a:pt x="7438" y="5732"/>
                    <a:pt x="7438" y="3693"/>
                  </a:cubicBezTo>
                  <a:cubicBezTo>
                    <a:pt x="7438" y="1654"/>
                    <a:pt x="5773" y="0"/>
                    <a:pt x="3719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2"/>
                    <a:pt x="1665" y="7386"/>
                    <a:pt x="3719" y="73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2" name="Google Shape;432;p12"/>
            <p:cNvSpPr/>
            <p:nvPr/>
          </p:nvSpPr>
          <p:spPr>
            <a:xfrm>
              <a:off x="4022509" y="2077141"/>
              <a:ext cx="61481" cy="61054"/>
            </a:xfrm>
            <a:custGeom>
              <a:rect b="b" l="l" r="r" t="t"/>
              <a:pathLst>
                <a:path extrusionOk="0" h="7290" w="7341">
                  <a:moveTo>
                    <a:pt x="3671" y="7290"/>
                  </a:moveTo>
                  <a:cubicBezTo>
                    <a:pt x="5699" y="7290"/>
                    <a:pt x="7342" y="5658"/>
                    <a:pt x="7342" y="3645"/>
                  </a:cubicBezTo>
                  <a:cubicBezTo>
                    <a:pt x="7342" y="1632"/>
                    <a:pt x="5699" y="0"/>
                    <a:pt x="3671" y="0"/>
                  </a:cubicBezTo>
                  <a:cubicBezTo>
                    <a:pt x="1644" y="0"/>
                    <a:pt x="0" y="1632"/>
                    <a:pt x="0" y="3645"/>
                  </a:cubicBezTo>
                  <a:cubicBezTo>
                    <a:pt x="0" y="5658"/>
                    <a:pt x="1644" y="7290"/>
                    <a:pt x="3671" y="72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3" name="Google Shape;433;p12"/>
            <p:cNvSpPr/>
            <p:nvPr/>
          </p:nvSpPr>
          <p:spPr>
            <a:xfrm>
              <a:off x="3956014" y="1907319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4" name="Google Shape;434;p12"/>
            <p:cNvSpPr/>
            <p:nvPr/>
          </p:nvSpPr>
          <p:spPr>
            <a:xfrm>
              <a:off x="3899385" y="1734214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5" name="Google Shape;435;p12"/>
            <p:cNvSpPr/>
            <p:nvPr/>
          </p:nvSpPr>
          <p:spPr>
            <a:xfrm>
              <a:off x="3852376" y="1558000"/>
              <a:ext cx="62293" cy="61849"/>
            </a:xfrm>
            <a:custGeom>
              <a:rect b="b" l="l" r="r" t="t"/>
              <a:pathLst>
                <a:path extrusionOk="0" h="7385" w="7438">
                  <a:moveTo>
                    <a:pt x="3719" y="7386"/>
                  </a:moveTo>
                  <a:cubicBezTo>
                    <a:pt x="5773" y="7386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19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6"/>
                    <a:pt x="3719" y="73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6" name="Google Shape;436;p12"/>
            <p:cNvSpPr/>
            <p:nvPr/>
          </p:nvSpPr>
          <p:spPr>
            <a:xfrm>
              <a:off x="3814757" y="1378403"/>
              <a:ext cx="64714" cy="64270"/>
            </a:xfrm>
            <a:custGeom>
              <a:rect b="b" l="l" r="r" t="t"/>
              <a:pathLst>
                <a:path extrusionOk="0" h="7674" w="7727">
                  <a:moveTo>
                    <a:pt x="3863" y="7674"/>
                  </a:moveTo>
                  <a:cubicBezTo>
                    <a:pt x="5998" y="7674"/>
                    <a:pt x="7728" y="5956"/>
                    <a:pt x="7728" y="3838"/>
                  </a:cubicBezTo>
                  <a:cubicBezTo>
                    <a:pt x="7728" y="1718"/>
                    <a:pt x="5998" y="0"/>
                    <a:pt x="3863" y="0"/>
                  </a:cubicBezTo>
                  <a:cubicBezTo>
                    <a:pt x="1730" y="0"/>
                    <a:pt x="0" y="1718"/>
                    <a:pt x="0" y="3838"/>
                  </a:cubicBezTo>
                  <a:cubicBezTo>
                    <a:pt x="0" y="5956"/>
                    <a:pt x="1730" y="7674"/>
                    <a:pt x="3863" y="7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7" name="Google Shape;437;p12"/>
            <p:cNvSpPr/>
            <p:nvPr/>
          </p:nvSpPr>
          <p:spPr>
            <a:xfrm>
              <a:off x="3788267" y="1197854"/>
              <a:ext cx="65526" cy="65065"/>
            </a:xfrm>
            <a:custGeom>
              <a:rect b="b" l="l" r="r" t="t"/>
              <a:pathLst>
                <a:path extrusionOk="0" h="7769" w="7824">
                  <a:moveTo>
                    <a:pt x="3912" y="7770"/>
                  </a:moveTo>
                  <a:cubicBezTo>
                    <a:pt x="6073" y="7770"/>
                    <a:pt x="7825" y="6030"/>
                    <a:pt x="7825" y="3885"/>
                  </a:cubicBezTo>
                  <a:cubicBezTo>
                    <a:pt x="7825" y="1739"/>
                    <a:pt x="6073" y="0"/>
                    <a:pt x="3912" y="0"/>
                  </a:cubicBezTo>
                  <a:cubicBezTo>
                    <a:pt x="1752" y="0"/>
                    <a:pt x="0" y="1739"/>
                    <a:pt x="0" y="3885"/>
                  </a:cubicBezTo>
                  <a:cubicBezTo>
                    <a:pt x="0" y="6030"/>
                    <a:pt x="1752" y="7770"/>
                    <a:pt x="3912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8" name="Google Shape;438;p12"/>
            <p:cNvSpPr/>
            <p:nvPr/>
          </p:nvSpPr>
          <p:spPr>
            <a:xfrm>
              <a:off x="3771369" y="1015294"/>
              <a:ext cx="67963" cy="67477"/>
            </a:xfrm>
            <a:custGeom>
              <a:rect b="b" l="l" r="r" t="t"/>
              <a:pathLst>
                <a:path extrusionOk="0" h="8057" w="8115">
                  <a:moveTo>
                    <a:pt x="4058" y="8057"/>
                  </a:moveTo>
                  <a:cubicBezTo>
                    <a:pt x="6299" y="8057"/>
                    <a:pt x="8115" y="6253"/>
                    <a:pt x="8115" y="4028"/>
                  </a:cubicBezTo>
                  <a:cubicBezTo>
                    <a:pt x="8115" y="1803"/>
                    <a:pt x="6299" y="0"/>
                    <a:pt x="4058" y="0"/>
                  </a:cubicBezTo>
                  <a:cubicBezTo>
                    <a:pt x="1817" y="0"/>
                    <a:pt x="0" y="1803"/>
                    <a:pt x="0" y="4028"/>
                  </a:cubicBezTo>
                  <a:cubicBezTo>
                    <a:pt x="0" y="6253"/>
                    <a:pt x="1817" y="8057"/>
                    <a:pt x="4058" y="805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39" name="Google Shape;439;p12"/>
            <p:cNvSpPr/>
            <p:nvPr/>
          </p:nvSpPr>
          <p:spPr>
            <a:xfrm>
              <a:off x="3764923" y="832158"/>
              <a:ext cx="70383" cy="69881"/>
            </a:xfrm>
            <a:custGeom>
              <a:rect b="b" l="l" r="r" t="t"/>
              <a:pathLst>
                <a:path extrusionOk="0" h="8344" w="8404">
                  <a:moveTo>
                    <a:pt x="4202" y="8345"/>
                  </a:moveTo>
                  <a:cubicBezTo>
                    <a:pt x="6523" y="8345"/>
                    <a:pt x="8405" y="6477"/>
                    <a:pt x="8405" y="4173"/>
                  </a:cubicBezTo>
                  <a:cubicBezTo>
                    <a:pt x="8405" y="1868"/>
                    <a:pt x="6523" y="0"/>
                    <a:pt x="4202" y="0"/>
                  </a:cubicBezTo>
                  <a:cubicBezTo>
                    <a:pt x="1881" y="0"/>
                    <a:pt x="0" y="1868"/>
                    <a:pt x="0" y="4173"/>
                  </a:cubicBezTo>
                  <a:cubicBezTo>
                    <a:pt x="0" y="6477"/>
                    <a:pt x="1881" y="8345"/>
                    <a:pt x="4202" y="83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0" name="Google Shape;440;p12"/>
            <p:cNvSpPr/>
            <p:nvPr/>
          </p:nvSpPr>
          <p:spPr>
            <a:xfrm>
              <a:off x="3768937" y="648757"/>
              <a:ext cx="72812" cy="72812"/>
            </a:xfrm>
            <a:custGeom>
              <a:rect b="b" l="l" r="r" t="t"/>
              <a:pathLst>
                <a:path extrusionOk="0" h="8694" w="8694">
                  <a:moveTo>
                    <a:pt x="8694" y="4347"/>
                  </a:moveTo>
                  <a:cubicBezTo>
                    <a:pt x="8694" y="6748"/>
                    <a:pt x="6748" y="8694"/>
                    <a:pt x="4347" y="8694"/>
                  </a:cubicBezTo>
                  <a:cubicBezTo>
                    <a:pt x="1946" y="8694"/>
                    <a:pt x="0" y="6748"/>
                    <a:pt x="0" y="4347"/>
                  </a:cubicBezTo>
                  <a:cubicBezTo>
                    <a:pt x="0" y="1946"/>
                    <a:pt x="1946" y="0"/>
                    <a:pt x="4347" y="0"/>
                  </a:cubicBezTo>
                  <a:cubicBezTo>
                    <a:pt x="6748" y="0"/>
                    <a:pt x="8694" y="1946"/>
                    <a:pt x="8694" y="43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1" name="Google Shape;441;p12"/>
            <p:cNvSpPr/>
            <p:nvPr/>
          </p:nvSpPr>
          <p:spPr>
            <a:xfrm>
              <a:off x="3783009" y="466069"/>
              <a:ext cx="76045" cy="75517"/>
            </a:xfrm>
            <a:custGeom>
              <a:rect b="b" l="l" r="r" t="t"/>
              <a:pathLst>
                <a:path extrusionOk="0" h="9017" w="9080">
                  <a:moveTo>
                    <a:pt x="4540" y="9017"/>
                  </a:moveTo>
                  <a:cubicBezTo>
                    <a:pt x="7048" y="9017"/>
                    <a:pt x="9080" y="6998"/>
                    <a:pt x="9080" y="4508"/>
                  </a:cubicBezTo>
                  <a:cubicBezTo>
                    <a:pt x="9080" y="2018"/>
                    <a:pt x="7048" y="0"/>
                    <a:pt x="4540" y="0"/>
                  </a:cubicBezTo>
                  <a:cubicBezTo>
                    <a:pt x="2033" y="0"/>
                    <a:pt x="0" y="2018"/>
                    <a:pt x="0" y="4508"/>
                  </a:cubicBezTo>
                  <a:cubicBezTo>
                    <a:pt x="0" y="6998"/>
                    <a:pt x="2033" y="9017"/>
                    <a:pt x="4540" y="901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2" name="Google Shape;442;p12"/>
            <p:cNvSpPr/>
            <p:nvPr/>
          </p:nvSpPr>
          <p:spPr>
            <a:xfrm>
              <a:off x="3807479" y="284305"/>
              <a:ext cx="79278" cy="78725"/>
            </a:xfrm>
            <a:custGeom>
              <a:rect b="b" l="l" r="r" t="t"/>
              <a:pathLst>
                <a:path extrusionOk="0" h="9400" w="9466">
                  <a:moveTo>
                    <a:pt x="4733" y="9400"/>
                  </a:moveTo>
                  <a:cubicBezTo>
                    <a:pt x="7348" y="9400"/>
                    <a:pt x="9467" y="7296"/>
                    <a:pt x="9467" y="4700"/>
                  </a:cubicBezTo>
                  <a:cubicBezTo>
                    <a:pt x="9467" y="2104"/>
                    <a:pt x="7348" y="0"/>
                    <a:pt x="4733" y="0"/>
                  </a:cubicBezTo>
                  <a:cubicBezTo>
                    <a:pt x="2119" y="0"/>
                    <a:pt x="0" y="2104"/>
                    <a:pt x="0" y="4700"/>
                  </a:cubicBezTo>
                  <a:cubicBezTo>
                    <a:pt x="0" y="7296"/>
                    <a:pt x="2119" y="9400"/>
                    <a:pt x="4733" y="94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3" name="Google Shape;443;p12"/>
            <p:cNvSpPr/>
            <p:nvPr/>
          </p:nvSpPr>
          <p:spPr>
            <a:xfrm>
              <a:off x="3842665" y="104717"/>
              <a:ext cx="81707" cy="81137"/>
            </a:xfrm>
            <a:custGeom>
              <a:rect b="b" l="l" r="r" t="t"/>
              <a:pathLst>
                <a:path extrusionOk="0" h="9688" w="9756">
                  <a:moveTo>
                    <a:pt x="4878" y="9689"/>
                  </a:moveTo>
                  <a:cubicBezTo>
                    <a:pt x="7572" y="9689"/>
                    <a:pt x="9756" y="7520"/>
                    <a:pt x="9756" y="4844"/>
                  </a:cubicBezTo>
                  <a:cubicBezTo>
                    <a:pt x="9756" y="2169"/>
                    <a:pt x="7572" y="0"/>
                    <a:pt x="4878" y="0"/>
                  </a:cubicBezTo>
                  <a:cubicBezTo>
                    <a:pt x="2184" y="0"/>
                    <a:pt x="0" y="2169"/>
                    <a:pt x="0" y="4844"/>
                  </a:cubicBezTo>
                  <a:cubicBezTo>
                    <a:pt x="0" y="7520"/>
                    <a:pt x="2184" y="9689"/>
                    <a:pt x="4878" y="96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4" name="Google Shape;444;p12"/>
            <p:cNvSpPr/>
            <p:nvPr/>
          </p:nvSpPr>
          <p:spPr>
            <a:xfrm>
              <a:off x="6947126" y="4182108"/>
              <a:ext cx="33165" cy="32939"/>
            </a:xfrm>
            <a:custGeom>
              <a:rect b="b" l="l" r="r" t="t"/>
              <a:pathLst>
                <a:path extrusionOk="0" h="3933" w="3960">
                  <a:moveTo>
                    <a:pt x="1980" y="3934"/>
                  </a:moveTo>
                  <a:cubicBezTo>
                    <a:pt x="3074" y="3934"/>
                    <a:pt x="3961" y="3048"/>
                    <a:pt x="3961" y="1962"/>
                  </a:cubicBezTo>
                  <a:cubicBezTo>
                    <a:pt x="3961" y="876"/>
                    <a:pt x="3074" y="0"/>
                    <a:pt x="1980" y="0"/>
                  </a:cubicBezTo>
                  <a:cubicBezTo>
                    <a:pt x="887" y="0"/>
                    <a:pt x="0" y="876"/>
                    <a:pt x="0" y="1962"/>
                  </a:cubicBezTo>
                  <a:cubicBezTo>
                    <a:pt x="0" y="3048"/>
                    <a:pt x="887" y="3934"/>
                    <a:pt x="1980" y="39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5" name="Google Shape;445;p12"/>
            <p:cNvSpPr/>
            <p:nvPr/>
          </p:nvSpPr>
          <p:spPr>
            <a:xfrm>
              <a:off x="6759528" y="4170221"/>
              <a:ext cx="42059" cy="41800"/>
            </a:xfrm>
            <a:custGeom>
              <a:rect b="b" l="l" r="r" t="t"/>
              <a:pathLst>
                <a:path extrusionOk="0" h="4991" w="5022">
                  <a:moveTo>
                    <a:pt x="2512" y="4991"/>
                  </a:moveTo>
                  <a:cubicBezTo>
                    <a:pt x="3899" y="4991"/>
                    <a:pt x="5023" y="3867"/>
                    <a:pt x="5023" y="2496"/>
                  </a:cubicBezTo>
                  <a:cubicBezTo>
                    <a:pt x="5023" y="1114"/>
                    <a:pt x="3899" y="0"/>
                    <a:pt x="2512" y="0"/>
                  </a:cubicBezTo>
                  <a:cubicBezTo>
                    <a:pt x="1124" y="0"/>
                    <a:pt x="0" y="1114"/>
                    <a:pt x="0" y="2496"/>
                  </a:cubicBezTo>
                  <a:cubicBezTo>
                    <a:pt x="0" y="3867"/>
                    <a:pt x="1124" y="4991"/>
                    <a:pt x="2512" y="49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6" name="Google Shape;446;p12"/>
            <p:cNvSpPr/>
            <p:nvPr/>
          </p:nvSpPr>
          <p:spPr>
            <a:xfrm>
              <a:off x="6572615" y="4148449"/>
              <a:ext cx="50970" cy="50568"/>
            </a:xfrm>
            <a:custGeom>
              <a:rect b="b" l="l" r="r" t="t"/>
              <a:pathLst>
                <a:path extrusionOk="0" h="6038" w="6086">
                  <a:moveTo>
                    <a:pt x="3043" y="6039"/>
                  </a:moveTo>
                  <a:cubicBezTo>
                    <a:pt x="4723" y="6039"/>
                    <a:pt x="6086" y="4686"/>
                    <a:pt x="6086" y="3019"/>
                  </a:cubicBezTo>
                  <a:cubicBezTo>
                    <a:pt x="6086" y="1353"/>
                    <a:pt x="4723" y="0"/>
                    <a:pt x="3043" y="0"/>
                  </a:cubicBezTo>
                  <a:cubicBezTo>
                    <a:pt x="1363" y="0"/>
                    <a:pt x="0" y="1353"/>
                    <a:pt x="0" y="3019"/>
                  </a:cubicBezTo>
                  <a:cubicBezTo>
                    <a:pt x="0" y="4686"/>
                    <a:pt x="1363" y="6039"/>
                    <a:pt x="3043" y="60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7" name="Google Shape;447;p12"/>
            <p:cNvSpPr/>
            <p:nvPr/>
          </p:nvSpPr>
          <p:spPr>
            <a:xfrm>
              <a:off x="6388144" y="4117972"/>
              <a:ext cx="57436" cy="57034"/>
            </a:xfrm>
            <a:custGeom>
              <a:rect b="b" l="l" r="r" t="t"/>
              <a:pathLst>
                <a:path extrusionOk="0" h="6810" w="6858">
                  <a:moveTo>
                    <a:pt x="3429" y="6810"/>
                  </a:moveTo>
                  <a:cubicBezTo>
                    <a:pt x="5324" y="6810"/>
                    <a:pt x="6859" y="5286"/>
                    <a:pt x="6859" y="3400"/>
                  </a:cubicBezTo>
                  <a:cubicBezTo>
                    <a:pt x="6859" y="1524"/>
                    <a:pt x="5324" y="0"/>
                    <a:pt x="3429" y="0"/>
                  </a:cubicBezTo>
                  <a:cubicBezTo>
                    <a:pt x="1535" y="0"/>
                    <a:pt x="0" y="1524"/>
                    <a:pt x="0" y="3400"/>
                  </a:cubicBezTo>
                  <a:cubicBezTo>
                    <a:pt x="0" y="5286"/>
                    <a:pt x="1535" y="6810"/>
                    <a:pt x="3429" y="68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8" name="Google Shape;448;p12"/>
            <p:cNvSpPr/>
            <p:nvPr/>
          </p:nvSpPr>
          <p:spPr>
            <a:xfrm>
              <a:off x="6206654" y="4078690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49" name="Google Shape;449;p12"/>
            <p:cNvSpPr/>
            <p:nvPr/>
          </p:nvSpPr>
          <p:spPr>
            <a:xfrm>
              <a:off x="6029096" y="4031809"/>
              <a:ext cx="62293" cy="61824"/>
            </a:xfrm>
            <a:custGeom>
              <a:rect b="b" l="l" r="r" t="t"/>
              <a:pathLst>
                <a:path extrusionOk="0" h="7382" w="7438">
                  <a:moveTo>
                    <a:pt x="3719" y="7383"/>
                  </a:moveTo>
                  <a:cubicBezTo>
                    <a:pt x="5773" y="7383"/>
                    <a:pt x="7438" y="5735"/>
                    <a:pt x="7438" y="3697"/>
                  </a:cubicBezTo>
                  <a:cubicBezTo>
                    <a:pt x="7438" y="1654"/>
                    <a:pt x="5773" y="0"/>
                    <a:pt x="3719" y="0"/>
                  </a:cubicBezTo>
                  <a:cubicBezTo>
                    <a:pt x="1665" y="0"/>
                    <a:pt x="0" y="1654"/>
                    <a:pt x="0" y="3697"/>
                  </a:cubicBezTo>
                  <a:cubicBezTo>
                    <a:pt x="0" y="5735"/>
                    <a:pt x="1665" y="7383"/>
                    <a:pt x="3719" y="738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0" name="Google Shape;450;p12"/>
            <p:cNvSpPr/>
            <p:nvPr/>
          </p:nvSpPr>
          <p:spPr>
            <a:xfrm>
              <a:off x="5854766" y="3975564"/>
              <a:ext cx="62293" cy="61849"/>
            </a:xfrm>
            <a:custGeom>
              <a:rect b="b" l="l" r="r" t="t"/>
              <a:pathLst>
                <a:path extrusionOk="0" h="7385" w="7438">
                  <a:moveTo>
                    <a:pt x="3719" y="7386"/>
                  </a:moveTo>
                  <a:cubicBezTo>
                    <a:pt x="5773" y="7386"/>
                    <a:pt x="7438" y="5732"/>
                    <a:pt x="7438" y="3693"/>
                  </a:cubicBezTo>
                  <a:cubicBezTo>
                    <a:pt x="7438" y="1654"/>
                    <a:pt x="5773" y="0"/>
                    <a:pt x="3719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2"/>
                    <a:pt x="1665" y="7386"/>
                    <a:pt x="3719" y="73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1" name="Google Shape;451;p12"/>
            <p:cNvSpPr/>
            <p:nvPr/>
          </p:nvSpPr>
          <p:spPr>
            <a:xfrm>
              <a:off x="5684998" y="3911153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5" y="7098"/>
                  </a:moveTo>
                  <a:cubicBezTo>
                    <a:pt x="5548" y="7098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5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8"/>
                    <a:pt x="3575" y="70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2" name="Google Shape;452;p12"/>
            <p:cNvSpPr/>
            <p:nvPr/>
          </p:nvSpPr>
          <p:spPr>
            <a:xfrm>
              <a:off x="5518303" y="3836767"/>
              <a:ext cx="59052" cy="58642"/>
            </a:xfrm>
            <a:custGeom>
              <a:rect b="b" l="l" r="r" t="t"/>
              <a:pathLst>
                <a:path extrusionOk="0" h="7002" w="7051">
                  <a:moveTo>
                    <a:pt x="3526" y="7003"/>
                  </a:moveTo>
                  <a:cubicBezTo>
                    <a:pt x="5473" y="7003"/>
                    <a:pt x="7051" y="5435"/>
                    <a:pt x="7051" y="3501"/>
                  </a:cubicBezTo>
                  <a:cubicBezTo>
                    <a:pt x="7051" y="1568"/>
                    <a:pt x="5473" y="0"/>
                    <a:pt x="3526" y="0"/>
                  </a:cubicBezTo>
                  <a:cubicBezTo>
                    <a:pt x="1578" y="0"/>
                    <a:pt x="0" y="1568"/>
                    <a:pt x="0" y="3501"/>
                  </a:cubicBezTo>
                  <a:cubicBezTo>
                    <a:pt x="0" y="5435"/>
                    <a:pt x="1578" y="7003"/>
                    <a:pt x="3526" y="700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3" name="Google Shape;453;p12"/>
            <p:cNvSpPr/>
            <p:nvPr/>
          </p:nvSpPr>
          <p:spPr>
            <a:xfrm>
              <a:off x="5355960" y="3753438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9" y="6907"/>
                    <a:pt x="6955" y="5361"/>
                    <a:pt x="6955" y="3454"/>
                  </a:cubicBezTo>
                  <a:cubicBezTo>
                    <a:pt x="6955" y="1547"/>
                    <a:pt x="5399" y="0"/>
                    <a:pt x="3478" y="0"/>
                  </a:cubicBezTo>
                  <a:cubicBezTo>
                    <a:pt x="1557" y="0"/>
                    <a:pt x="0" y="1547"/>
                    <a:pt x="0" y="3454"/>
                  </a:cubicBezTo>
                  <a:cubicBezTo>
                    <a:pt x="0" y="5361"/>
                    <a:pt x="1557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4" name="Google Shape;454;p12"/>
            <p:cNvSpPr/>
            <p:nvPr/>
          </p:nvSpPr>
          <p:spPr>
            <a:xfrm>
              <a:off x="5197248" y="3660196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4" y="7098"/>
                  </a:moveTo>
                  <a:cubicBezTo>
                    <a:pt x="5548" y="7098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4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8"/>
                    <a:pt x="3574" y="70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5" name="Google Shape;455;p12"/>
            <p:cNvSpPr/>
            <p:nvPr/>
          </p:nvSpPr>
          <p:spPr>
            <a:xfrm>
              <a:off x="5043446" y="3558122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20" y="7387"/>
                  </a:moveTo>
                  <a:cubicBezTo>
                    <a:pt x="5773" y="7387"/>
                    <a:pt x="7438" y="5733"/>
                    <a:pt x="7438" y="3694"/>
                  </a:cubicBezTo>
                  <a:cubicBezTo>
                    <a:pt x="7438" y="1654"/>
                    <a:pt x="5773" y="0"/>
                    <a:pt x="3720" y="0"/>
                  </a:cubicBezTo>
                  <a:cubicBezTo>
                    <a:pt x="1665" y="0"/>
                    <a:pt x="0" y="1654"/>
                    <a:pt x="0" y="3694"/>
                  </a:cubicBezTo>
                  <a:cubicBezTo>
                    <a:pt x="0" y="5733"/>
                    <a:pt x="1665" y="7387"/>
                    <a:pt x="3720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6" name="Google Shape;456;p12"/>
            <p:cNvSpPr/>
            <p:nvPr/>
          </p:nvSpPr>
          <p:spPr>
            <a:xfrm>
              <a:off x="4895825" y="3448339"/>
              <a:ext cx="63918" cy="63466"/>
            </a:xfrm>
            <a:custGeom>
              <a:rect b="b" l="l" r="r" t="t"/>
              <a:pathLst>
                <a:path extrusionOk="0" h="7578" w="7632">
                  <a:moveTo>
                    <a:pt x="3817" y="7578"/>
                  </a:moveTo>
                  <a:cubicBezTo>
                    <a:pt x="5924" y="7578"/>
                    <a:pt x="7632" y="5882"/>
                    <a:pt x="7632" y="3789"/>
                  </a:cubicBezTo>
                  <a:cubicBezTo>
                    <a:pt x="7632" y="1696"/>
                    <a:pt x="5924" y="0"/>
                    <a:pt x="3817" y="0"/>
                  </a:cubicBezTo>
                  <a:cubicBezTo>
                    <a:pt x="1709" y="0"/>
                    <a:pt x="0" y="1696"/>
                    <a:pt x="0" y="3789"/>
                  </a:cubicBezTo>
                  <a:cubicBezTo>
                    <a:pt x="0" y="5882"/>
                    <a:pt x="1709" y="7578"/>
                    <a:pt x="3817" y="757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7" name="Google Shape;457;p12"/>
            <p:cNvSpPr/>
            <p:nvPr/>
          </p:nvSpPr>
          <p:spPr>
            <a:xfrm>
              <a:off x="4754029" y="3330345"/>
              <a:ext cx="66338" cy="65869"/>
            </a:xfrm>
            <a:custGeom>
              <a:rect b="b" l="l" r="r" t="t"/>
              <a:pathLst>
                <a:path extrusionOk="0" h="7865" w="7921">
                  <a:moveTo>
                    <a:pt x="3960" y="7866"/>
                  </a:moveTo>
                  <a:cubicBezTo>
                    <a:pt x="6148" y="7866"/>
                    <a:pt x="7922" y="6105"/>
                    <a:pt x="7922" y="3933"/>
                  </a:cubicBezTo>
                  <a:cubicBezTo>
                    <a:pt x="7922" y="1761"/>
                    <a:pt x="6148" y="0"/>
                    <a:pt x="3960" y="0"/>
                  </a:cubicBezTo>
                  <a:cubicBezTo>
                    <a:pt x="1774" y="0"/>
                    <a:pt x="0" y="1761"/>
                    <a:pt x="0" y="3933"/>
                  </a:cubicBezTo>
                  <a:cubicBezTo>
                    <a:pt x="0" y="6105"/>
                    <a:pt x="1774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8" name="Google Shape;458;p12"/>
            <p:cNvSpPr/>
            <p:nvPr/>
          </p:nvSpPr>
          <p:spPr>
            <a:xfrm>
              <a:off x="4619667" y="3205712"/>
              <a:ext cx="67142" cy="66673"/>
            </a:xfrm>
            <a:custGeom>
              <a:rect b="b" l="l" r="r" t="t"/>
              <a:pathLst>
                <a:path extrusionOk="0" h="7961" w="8017">
                  <a:moveTo>
                    <a:pt x="4008" y="7962"/>
                  </a:moveTo>
                  <a:cubicBezTo>
                    <a:pt x="6223" y="7962"/>
                    <a:pt x="8017" y="6180"/>
                    <a:pt x="8017" y="3981"/>
                  </a:cubicBezTo>
                  <a:cubicBezTo>
                    <a:pt x="8017" y="1782"/>
                    <a:pt x="6223" y="0"/>
                    <a:pt x="4008" y="0"/>
                  </a:cubicBezTo>
                  <a:cubicBezTo>
                    <a:pt x="1795" y="0"/>
                    <a:pt x="0" y="1782"/>
                    <a:pt x="0" y="3981"/>
                  </a:cubicBezTo>
                  <a:cubicBezTo>
                    <a:pt x="0" y="6180"/>
                    <a:pt x="1795" y="7962"/>
                    <a:pt x="4008" y="79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59" name="Google Shape;459;p12"/>
            <p:cNvSpPr/>
            <p:nvPr/>
          </p:nvSpPr>
          <p:spPr>
            <a:xfrm>
              <a:off x="4492337" y="3073993"/>
              <a:ext cx="67955" cy="67486"/>
            </a:xfrm>
            <a:custGeom>
              <a:rect b="b" l="l" r="r" t="t"/>
              <a:pathLst>
                <a:path extrusionOk="0" h="8058" w="8114">
                  <a:moveTo>
                    <a:pt x="4057" y="8058"/>
                  </a:moveTo>
                  <a:cubicBezTo>
                    <a:pt x="6298" y="8058"/>
                    <a:pt x="8114" y="6254"/>
                    <a:pt x="8114" y="4029"/>
                  </a:cubicBezTo>
                  <a:cubicBezTo>
                    <a:pt x="8114" y="1804"/>
                    <a:pt x="6298" y="0"/>
                    <a:pt x="4057" y="0"/>
                  </a:cubicBezTo>
                  <a:cubicBezTo>
                    <a:pt x="1816" y="0"/>
                    <a:pt x="0" y="1804"/>
                    <a:pt x="0" y="4029"/>
                  </a:cubicBezTo>
                  <a:cubicBezTo>
                    <a:pt x="0" y="6254"/>
                    <a:pt x="1816" y="8058"/>
                    <a:pt x="4057" y="80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0" name="Google Shape;460;p12"/>
            <p:cNvSpPr/>
            <p:nvPr/>
          </p:nvSpPr>
          <p:spPr>
            <a:xfrm>
              <a:off x="4373209" y="2936403"/>
              <a:ext cx="67151" cy="66665"/>
            </a:xfrm>
            <a:custGeom>
              <a:rect b="b" l="l" r="r" t="t"/>
              <a:pathLst>
                <a:path extrusionOk="0" h="7960" w="8018">
                  <a:moveTo>
                    <a:pt x="4009" y="7961"/>
                  </a:moveTo>
                  <a:cubicBezTo>
                    <a:pt x="6223" y="7961"/>
                    <a:pt x="8018" y="6179"/>
                    <a:pt x="8018" y="3980"/>
                  </a:cubicBezTo>
                  <a:cubicBezTo>
                    <a:pt x="8018" y="1782"/>
                    <a:pt x="6223" y="0"/>
                    <a:pt x="4009" y="0"/>
                  </a:cubicBezTo>
                  <a:cubicBezTo>
                    <a:pt x="1795" y="0"/>
                    <a:pt x="0" y="1782"/>
                    <a:pt x="0" y="3980"/>
                  </a:cubicBezTo>
                  <a:cubicBezTo>
                    <a:pt x="0" y="6179"/>
                    <a:pt x="1795" y="7961"/>
                    <a:pt x="4009" y="796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1" name="Google Shape;461;p12"/>
            <p:cNvSpPr/>
            <p:nvPr/>
          </p:nvSpPr>
          <p:spPr>
            <a:xfrm>
              <a:off x="4262274" y="2792934"/>
              <a:ext cx="65526" cy="65065"/>
            </a:xfrm>
            <a:custGeom>
              <a:rect b="b" l="l" r="r" t="t"/>
              <a:pathLst>
                <a:path extrusionOk="0" h="7769" w="7824">
                  <a:moveTo>
                    <a:pt x="3912" y="7770"/>
                  </a:moveTo>
                  <a:cubicBezTo>
                    <a:pt x="6073" y="7770"/>
                    <a:pt x="7825" y="6030"/>
                    <a:pt x="7825" y="3884"/>
                  </a:cubicBezTo>
                  <a:cubicBezTo>
                    <a:pt x="7825" y="1739"/>
                    <a:pt x="6073" y="0"/>
                    <a:pt x="3912" y="0"/>
                  </a:cubicBezTo>
                  <a:cubicBezTo>
                    <a:pt x="1752" y="0"/>
                    <a:pt x="0" y="1739"/>
                    <a:pt x="0" y="3884"/>
                  </a:cubicBezTo>
                  <a:cubicBezTo>
                    <a:pt x="0" y="6030"/>
                    <a:pt x="1752" y="7770"/>
                    <a:pt x="3912" y="777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2" name="Google Shape;462;p12"/>
            <p:cNvSpPr/>
            <p:nvPr/>
          </p:nvSpPr>
          <p:spPr>
            <a:xfrm>
              <a:off x="4159431" y="2643384"/>
              <a:ext cx="63910" cy="63910"/>
            </a:xfrm>
            <a:custGeom>
              <a:rect b="b" l="l" r="r" t="t"/>
              <a:pathLst>
                <a:path extrusionOk="0" h="7631" w="7631">
                  <a:moveTo>
                    <a:pt x="7631" y="3816"/>
                  </a:moveTo>
                  <a:cubicBezTo>
                    <a:pt x="7631" y="5923"/>
                    <a:pt x="5923" y="7631"/>
                    <a:pt x="3816" y="7631"/>
                  </a:cubicBezTo>
                  <a:cubicBezTo>
                    <a:pt x="1708" y="7631"/>
                    <a:pt x="0" y="5923"/>
                    <a:pt x="0" y="3816"/>
                  </a:cubicBezTo>
                  <a:cubicBezTo>
                    <a:pt x="0" y="1708"/>
                    <a:pt x="1708" y="0"/>
                    <a:pt x="3816" y="0"/>
                  </a:cubicBezTo>
                  <a:cubicBezTo>
                    <a:pt x="5923" y="0"/>
                    <a:pt x="7631" y="1708"/>
                    <a:pt x="7631" y="381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3" name="Google Shape;463;p12"/>
            <p:cNvSpPr/>
            <p:nvPr/>
          </p:nvSpPr>
          <p:spPr>
            <a:xfrm>
              <a:off x="4065001" y="2488905"/>
              <a:ext cx="62293" cy="61858"/>
            </a:xfrm>
            <a:custGeom>
              <a:rect b="b" l="l" r="r" t="t"/>
              <a:pathLst>
                <a:path extrusionOk="0" h="7386" w="7438">
                  <a:moveTo>
                    <a:pt x="3719" y="7387"/>
                  </a:moveTo>
                  <a:cubicBezTo>
                    <a:pt x="5773" y="7387"/>
                    <a:pt x="7438" y="5733"/>
                    <a:pt x="7438" y="3693"/>
                  </a:cubicBezTo>
                  <a:cubicBezTo>
                    <a:pt x="7438" y="1654"/>
                    <a:pt x="5773" y="0"/>
                    <a:pt x="3719" y="0"/>
                  </a:cubicBezTo>
                  <a:cubicBezTo>
                    <a:pt x="1665" y="0"/>
                    <a:pt x="0" y="1654"/>
                    <a:pt x="0" y="3693"/>
                  </a:cubicBezTo>
                  <a:cubicBezTo>
                    <a:pt x="0" y="5733"/>
                    <a:pt x="1665" y="7387"/>
                    <a:pt x="3719" y="738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4" name="Google Shape;464;p12"/>
            <p:cNvSpPr/>
            <p:nvPr/>
          </p:nvSpPr>
          <p:spPr>
            <a:xfrm>
              <a:off x="3978865" y="2328638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5" name="Google Shape;465;p12"/>
            <p:cNvSpPr/>
            <p:nvPr/>
          </p:nvSpPr>
          <p:spPr>
            <a:xfrm>
              <a:off x="3901671" y="2164147"/>
              <a:ext cx="60668" cy="60669"/>
            </a:xfrm>
            <a:custGeom>
              <a:rect b="b" l="l" r="r" t="t"/>
              <a:pathLst>
                <a:path extrusionOk="0" h="7244" w="7244">
                  <a:moveTo>
                    <a:pt x="7245" y="3622"/>
                  </a:moveTo>
                  <a:cubicBezTo>
                    <a:pt x="7245" y="5623"/>
                    <a:pt x="5623" y="7245"/>
                    <a:pt x="3622" y="7245"/>
                  </a:cubicBezTo>
                  <a:cubicBezTo>
                    <a:pt x="1622" y="7245"/>
                    <a:pt x="0" y="5623"/>
                    <a:pt x="0" y="3622"/>
                  </a:cubicBezTo>
                  <a:cubicBezTo>
                    <a:pt x="0" y="1622"/>
                    <a:pt x="1622" y="0"/>
                    <a:pt x="3622" y="0"/>
                  </a:cubicBezTo>
                  <a:cubicBezTo>
                    <a:pt x="5623" y="0"/>
                    <a:pt x="7245" y="1622"/>
                    <a:pt x="7245" y="362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6" name="Google Shape;466;p12"/>
            <p:cNvSpPr/>
            <p:nvPr/>
          </p:nvSpPr>
          <p:spPr>
            <a:xfrm>
              <a:off x="3833265" y="1995495"/>
              <a:ext cx="60668" cy="60250"/>
            </a:xfrm>
            <a:custGeom>
              <a:rect b="b" l="l" r="r" t="t"/>
              <a:pathLst>
                <a:path extrusionOk="0" h="7194" w="7244">
                  <a:moveTo>
                    <a:pt x="3622" y="7194"/>
                  </a:moveTo>
                  <a:cubicBezTo>
                    <a:pt x="5623" y="7194"/>
                    <a:pt x="7245" y="5584"/>
                    <a:pt x="7245" y="3597"/>
                  </a:cubicBezTo>
                  <a:cubicBezTo>
                    <a:pt x="7245" y="1610"/>
                    <a:pt x="5623" y="0"/>
                    <a:pt x="3622" y="0"/>
                  </a:cubicBezTo>
                  <a:cubicBezTo>
                    <a:pt x="1621" y="0"/>
                    <a:pt x="0" y="1610"/>
                    <a:pt x="0" y="3597"/>
                  </a:cubicBezTo>
                  <a:cubicBezTo>
                    <a:pt x="0" y="5584"/>
                    <a:pt x="1621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7" name="Google Shape;467;p12"/>
            <p:cNvSpPr/>
            <p:nvPr/>
          </p:nvSpPr>
          <p:spPr>
            <a:xfrm>
              <a:off x="3774250" y="1823167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3" y="7194"/>
                  </a:moveTo>
                  <a:cubicBezTo>
                    <a:pt x="5624" y="7194"/>
                    <a:pt x="7246" y="5584"/>
                    <a:pt x="7246" y="3598"/>
                  </a:cubicBezTo>
                  <a:cubicBezTo>
                    <a:pt x="7246" y="1611"/>
                    <a:pt x="5624" y="0"/>
                    <a:pt x="3623" y="0"/>
                  </a:cubicBezTo>
                  <a:cubicBezTo>
                    <a:pt x="1622" y="0"/>
                    <a:pt x="0" y="1611"/>
                    <a:pt x="0" y="3598"/>
                  </a:cubicBezTo>
                  <a:cubicBezTo>
                    <a:pt x="0" y="5584"/>
                    <a:pt x="1622" y="7194"/>
                    <a:pt x="3623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8" name="Google Shape;468;p12"/>
            <p:cNvSpPr/>
            <p:nvPr/>
          </p:nvSpPr>
          <p:spPr>
            <a:xfrm>
              <a:off x="3724387" y="1647511"/>
              <a:ext cx="61481" cy="61045"/>
            </a:xfrm>
            <a:custGeom>
              <a:rect b="b" l="l" r="r" t="t"/>
              <a:pathLst>
                <a:path extrusionOk="0" h="7289" w="7341">
                  <a:moveTo>
                    <a:pt x="3671" y="7290"/>
                  </a:moveTo>
                  <a:cubicBezTo>
                    <a:pt x="5699" y="7290"/>
                    <a:pt x="7342" y="5658"/>
                    <a:pt x="7342" y="3644"/>
                  </a:cubicBezTo>
                  <a:cubicBezTo>
                    <a:pt x="7342" y="1632"/>
                    <a:pt x="5699" y="0"/>
                    <a:pt x="3671" y="0"/>
                  </a:cubicBezTo>
                  <a:cubicBezTo>
                    <a:pt x="1644" y="0"/>
                    <a:pt x="0" y="1632"/>
                    <a:pt x="0" y="3644"/>
                  </a:cubicBezTo>
                  <a:cubicBezTo>
                    <a:pt x="0" y="5658"/>
                    <a:pt x="1644" y="7290"/>
                    <a:pt x="3671" y="72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69" name="Google Shape;469;p12"/>
            <p:cNvSpPr/>
            <p:nvPr/>
          </p:nvSpPr>
          <p:spPr>
            <a:xfrm>
              <a:off x="3684647" y="1469605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0" name="Google Shape;470;p12"/>
            <p:cNvSpPr/>
            <p:nvPr/>
          </p:nvSpPr>
          <p:spPr>
            <a:xfrm>
              <a:off x="3653933" y="1289450"/>
              <a:ext cx="63106" cy="62653"/>
            </a:xfrm>
            <a:custGeom>
              <a:rect b="b" l="l" r="r" t="t"/>
              <a:pathLst>
                <a:path extrusionOk="0" h="7481" w="7535">
                  <a:moveTo>
                    <a:pt x="3767" y="7482"/>
                  </a:moveTo>
                  <a:cubicBezTo>
                    <a:pt x="5848" y="7482"/>
                    <a:pt x="7535" y="5806"/>
                    <a:pt x="7535" y="3740"/>
                  </a:cubicBezTo>
                  <a:cubicBezTo>
                    <a:pt x="7535" y="1674"/>
                    <a:pt x="5848" y="0"/>
                    <a:pt x="3767" y="0"/>
                  </a:cubicBezTo>
                  <a:cubicBezTo>
                    <a:pt x="1687" y="0"/>
                    <a:pt x="0" y="1674"/>
                    <a:pt x="0" y="3740"/>
                  </a:cubicBezTo>
                  <a:cubicBezTo>
                    <a:pt x="0" y="5806"/>
                    <a:pt x="1687" y="7482"/>
                    <a:pt x="3767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1" name="Google Shape;471;p12"/>
            <p:cNvSpPr/>
            <p:nvPr/>
          </p:nvSpPr>
          <p:spPr>
            <a:xfrm>
              <a:off x="3633139" y="1107722"/>
              <a:ext cx="64714" cy="64261"/>
            </a:xfrm>
            <a:custGeom>
              <a:rect b="b" l="l" r="r" t="t"/>
              <a:pathLst>
                <a:path extrusionOk="0" h="7673" w="7727">
                  <a:moveTo>
                    <a:pt x="3863" y="7673"/>
                  </a:moveTo>
                  <a:cubicBezTo>
                    <a:pt x="5998" y="7673"/>
                    <a:pt x="7728" y="5956"/>
                    <a:pt x="7728" y="3837"/>
                  </a:cubicBezTo>
                  <a:cubicBezTo>
                    <a:pt x="7728" y="1717"/>
                    <a:pt x="5998" y="0"/>
                    <a:pt x="3863" y="0"/>
                  </a:cubicBezTo>
                  <a:cubicBezTo>
                    <a:pt x="1730" y="0"/>
                    <a:pt x="0" y="1717"/>
                    <a:pt x="0" y="3837"/>
                  </a:cubicBezTo>
                  <a:cubicBezTo>
                    <a:pt x="0" y="5956"/>
                    <a:pt x="1730" y="7673"/>
                    <a:pt x="3863" y="767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2" name="Google Shape;472;p12"/>
            <p:cNvSpPr/>
            <p:nvPr/>
          </p:nvSpPr>
          <p:spPr>
            <a:xfrm>
              <a:off x="3622304" y="925171"/>
              <a:ext cx="66338" cy="65869"/>
            </a:xfrm>
            <a:custGeom>
              <a:rect b="b" l="l" r="r" t="t"/>
              <a:pathLst>
                <a:path extrusionOk="0" h="7865" w="7921">
                  <a:moveTo>
                    <a:pt x="3961" y="7866"/>
                  </a:moveTo>
                  <a:cubicBezTo>
                    <a:pt x="6148" y="7866"/>
                    <a:pt x="7922" y="6105"/>
                    <a:pt x="7922" y="3933"/>
                  </a:cubicBezTo>
                  <a:cubicBezTo>
                    <a:pt x="7922" y="1760"/>
                    <a:pt x="6148" y="0"/>
                    <a:pt x="3961" y="0"/>
                  </a:cubicBezTo>
                  <a:cubicBezTo>
                    <a:pt x="1774" y="0"/>
                    <a:pt x="0" y="1760"/>
                    <a:pt x="0" y="3933"/>
                  </a:cubicBezTo>
                  <a:cubicBezTo>
                    <a:pt x="0" y="6105"/>
                    <a:pt x="1774" y="7866"/>
                    <a:pt x="3961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3" name="Google Shape;473;p12"/>
            <p:cNvSpPr/>
            <p:nvPr/>
          </p:nvSpPr>
          <p:spPr>
            <a:xfrm>
              <a:off x="3621097" y="741953"/>
              <a:ext cx="68767" cy="68281"/>
            </a:xfrm>
            <a:custGeom>
              <a:rect b="b" l="l" r="r" t="t"/>
              <a:pathLst>
                <a:path extrusionOk="0" h="8153" w="8211">
                  <a:moveTo>
                    <a:pt x="4106" y="8153"/>
                  </a:moveTo>
                  <a:cubicBezTo>
                    <a:pt x="6373" y="8153"/>
                    <a:pt x="8212" y="6328"/>
                    <a:pt x="8212" y="4077"/>
                  </a:cubicBezTo>
                  <a:cubicBezTo>
                    <a:pt x="8212" y="1826"/>
                    <a:pt x="6373" y="0"/>
                    <a:pt x="4106" y="0"/>
                  </a:cubicBezTo>
                  <a:cubicBezTo>
                    <a:pt x="1838" y="0"/>
                    <a:pt x="0" y="1826"/>
                    <a:pt x="0" y="4077"/>
                  </a:cubicBezTo>
                  <a:cubicBezTo>
                    <a:pt x="0" y="6328"/>
                    <a:pt x="1838" y="8153"/>
                    <a:pt x="4106" y="8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4" name="Google Shape;474;p12"/>
            <p:cNvSpPr/>
            <p:nvPr/>
          </p:nvSpPr>
          <p:spPr>
            <a:xfrm>
              <a:off x="3629491" y="558616"/>
              <a:ext cx="72008" cy="71497"/>
            </a:xfrm>
            <a:custGeom>
              <a:rect b="b" l="l" r="r" t="t"/>
              <a:pathLst>
                <a:path extrusionOk="0" h="8537" w="8598">
                  <a:moveTo>
                    <a:pt x="4299" y="8537"/>
                  </a:moveTo>
                  <a:cubicBezTo>
                    <a:pt x="6673" y="8537"/>
                    <a:pt x="8598" y="6626"/>
                    <a:pt x="8598" y="4268"/>
                  </a:cubicBezTo>
                  <a:cubicBezTo>
                    <a:pt x="8598" y="1911"/>
                    <a:pt x="6673" y="0"/>
                    <a:pt x="4299" y="0"/>
                  </a:cubicBezTo>
                  <a:cubicBezTo>
                    <a:pt x="1925" y="0"/>
                    <a:pt x="0" y="1911"/>
                    <a:pt x="0" y="4268"/>
                  </a:cubicBezTo>
                  <a:cubicBezTo>
                    <a:pt x="0" y="6626"/>
                    <a:pt x="1925" y="8537"/>
                    <a:pt x="4299" y="85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5" name="Google Shape;475;p12"/>
            <p:cNvSpPr/>
            <p:nvPr/>
          </p:nvSpPr>
          <p:spPr>
            <a:xfrm>
              <a:off x="3647861" y="375809"/>
              <a:ext cx="75233" cy="75233"/>
            </a:xfrm>
            <a:custGeom>
              <a:rect b="b" l="l" r="r" t="t"/>
              <a:pathLst>
                <a:path extrusionOk="0" h="8983" w="8983">
                  <a:moveTo>
                    <a:pt x="8984" y="4492"/>
                  </a:moveTo>
                  <a:cubicBezTo>
                    <a:pt x="8984" y="6973"/>
                    <a:pt x="6973" y="8984"/>
                    <a:pt x="4492" y="8984"/>
                  </a:cubicBezTo>
                  <a:cubicBezTo>
                    <a:pt x="2011" y="8984"/>
                    <a:pt x="0" y="6973"/>
                    <a:pt x="0" y="4492"/>
                  </a:cubicBezTo>
                  <a:cubicBezTo>
                    <a:pt x="0" y="2011"/>
                    <a:pt x="2011" y="0"/>
                    <a:pt x="4492" y="0"/>
                  </a:cubicBezTo>
                  <a:cubicBezTo>
                    <a:pt x="6973" y="0"/>
                    <a:pt x="8984" y="2011"/>
                    <a:pt x="8984" y="4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6" name="Google Shape;476;p12"/>
            <p:cNvSpPr/>
            <p:nvPr/>
          </p:nvSpPr>
          <p:spPr>
            <a:xfrm>
              <a:off x="3676162" y="194895"/>
              <a:ext cx="78474" cy="77921"/>
            </a:xfrm>
            <a:custGeom>
              <a:rect b="b" l="l" r="r" t="t"/>
              <a:pathLst>
                <a:path extrusionOk="0" h="9304" w="9370">
                  <a:moveTo>
                    <a:pt x="4685" y="9305"/>
                  </a:moveTo>
                  <a:cubicBezTo>
                    <a:pt x="7272" y="9305"/>
                    <a:pt x="9371" y="7222"/>
                    <a:pt x="9371" y="4652"/>
                  </a:cubicBezTo>
                  <a:cubicBezTo>
                    <a:pt x="9371" y="2083"/>
                    <a:pt x="7272" y="0"/>
                    <a:pt x="4685" y="0"/>
                  </a:cubicBezTo>
                  <a:cubicBezTo>
                    <a:pt x="2097" y="0"/>
                    <a:pt x="0" y="2083"/>
                    <a:pt x="0" y="4652"/>
                  </a:cubicBezTo>
                  <a:cubicBezTo>
                    <a:pt x="0" y="7222"/>
                    <a:pt x="2097" y="9305"/>
                    <a:pt x="4685" y="93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7" name="Google Shape;477;p12"/>
            <p:cNvSpPr/>
            <p:nvPr/>
          </p:nvSpPr>
          <p:spPr>
            <a:xfrm>
              <a:off x="3715088" y="16404"/>
              <a:ext cx="80099" cy="79529"/>
            </a:xfrm>
            <a:custGeom>
              <a:rect b="b" l="l" r="r" t="t"/>
              <a:pathLst>
                <a:path extrusionOk="0" h="9496" w="9564">
                  <a:moveTo>
                    <a:pt x="4782" y="9496"/>
                  </a:moveTo>
                  <a:cubicBezTo>
                    <a:pt x="7423" y="9496"/>
                    <a:pt x="9564" y="7370"/>
                    <a:pt x="9564" y="4748"/>
                  </a:cubicBezTo>
                  <a:cubicBezTo>
                    <a:pt x="9564" y="2125"/>
                    <a:pt x="7423" y="0"/>
                    <a:pt x="4782" y="0"/>
                  </a:cubicBezTo>
                  <a:cubicBezTo>
                    <a:pt x="2141" y="0"/>
                    <a:pt x="0" y="2125"/>
                    <a:pt x="0" y="4748"/>
                  </a:cubicBezTo>
                  <a:cubicBezTo>
                    <a:pt x="0" y="7370"/>
                    <a:pt x="2141" y="9496"/>
                    <a:pt x="4782" y="94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8" name="Google Shape;478;p12"/>
            <p:cNvSpPr/>
            <p:nvPr/>
          </p:nvSpPr>
          <p:spPr>
            <a:xfrm>
              <a:off x="6995781" y="4330086"/>
              <a:ext cx="27504" cy="27277"/>
            </a:xfrm>
            <a:custGeom>
              <a:rect b="b" l="l" r="r" t="t"/>
              <a:pathLst>
                <a:path extrusionOk="0" h="3257" w="3284">
                  <a:moveTo>
                    <a:pt x="1642" y="3258"/>
                  </a:moveTo>
                  <a:cubicBezTo>
                    <a:pt x="2549" y="3258"/>
                    <a:pt x="3284" y="2534"/>
                    <a:pt x="3284" y="1629"/>
                  </a:cubicBezTo>
                  <a:cubicBezTo>
                    <a:pt x="3284" y="724"/>
                    <a:pt x="2549" y="0"/>
                    <a:pt x="1642" y="0"/>
                  </a:cubicBezTo>
                  <a:cubicBezTo>
                    <a:pt x="735" y="0"/>
                    <a:pt x="0" y="724"/>
                    <a:pt x="0" y="1629"/>
                  </a:cubicBezTo>
                  <a:cubicBezTo>
                    <a:pt x="0" y="2534"/>
                    <a:pt x="735" y="3258"/>
                    <a:pt x="1642" y="32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79" name="Google Shape;479;p12"/>
            <p:cNvSpPr/>
            <p:nvPr/>
          </p:nvSpPr>
          <p:spPr>
            <a:xfrm>
              <a:off x="6808101" y="4320914"/>
              <a:ext cx="36406" cy="36130"/>
            </a:xfrm>
            <a:custGeom>
              <a:rect b="b" l="l" r="r" t="t"/>
              <a:pathLst>
                <a:path extrusionOk="0" h="4314" w="4347">
                  <a:moveTo>
                    <a:pt x="2174" y="4315"/>
                  </a:moveTo>
                  <a:cubicBezTo>
                    <a:pt x="3374" y="4315"/>
                    <a:pt x="4347" y="3343"/>
                    <a:pt x="4347" y="2153"/>
                  </a:cubicBezTo>
                  <a:cubicBezTo>
                    <a:pt x="4347" y="962"/>
                    <a:pt x="3374" y="0"/>
                    <a:pt x="2174" y="0"/>
                  </a:cubicBezTo>
                  <a:cubicBezTo>
                    <a:pt x="973" y="0"/>
                    <a:pt x="0" y="962"/>
                    <a:pt x="0" y="2153"/>
                  </a:cubicBezTo>
                  <a:cubicBezTo>
                    <a:pt x="0" y="3343"/>
                    <a:pt x="973" y="4315"/>
                    <a:pt x="2174" y="431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0" name="Google Shape;480;p12"/>
            <p:cNvSpPr/>
            <p:nvPr/>
          </p:nvSpPr>
          <p:spPr>
            <a:xfrm>
              <a:off x="6620502" y="4301767"/>
              <a:ext cx="46113" cy="45786"/>
            </a:xfrm>
            <a:custGeom>
              <a:rect b="b" l="l" r="r" t="t"/>
              <a:pathLst>
                <a:path extrusionOk="0" h="5467" w="5506">
                  <a:moveTo>
                    <a:pt x="2754" y="5467"/>
                  </a:moveTo>
                  <a:cubicBezTo>
                    <a:pt x="4274" y="5467"/>
                    <a:pt x="5506" y="4248"/>
                    <a:pt x="5506" y="2734"/>
                  </a:cubicBezTo>
                  <a:cubicBezTo>
                    <a:pt x="5506" y="1229"/>
                    <a:pt x="4274" y="0"/>
                    <a:pt x="2754" y="0"/>
                  </a:cubicBezTo>
                  <a:cubicBezTo>
                    <a:pt x="1233" y="0"/>
                    <a:pt x="0" y="1229"/>
                    <a:pt x="0" y="2734"/>
                  </a:cubicBezTo>
                  <a:cubicBezTo>
                    <a:pt x="0" y="4248"/>
                    <a:pt x="1233" y="5467"/>
                    <a:pt x="2754" y="54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1" name="Google Shape;481;p12"/>
            <p:cNvSpPr/>
            <p:nvPr/>
          </p:nvSpPr>
          <p:spPr>
            <a:xfrm>
              <a:off x="6434724" y="4274006"/>
              <a:ext cx="54203" cy="53843"/>
            </a:xfrm>
            <a:custGeom>
              <a:rect b="b" l="l" r="r" t="t"/>
              <a:pathLst>
                <a:path extrusionOk="0" h="6429" w="6472">
                  <a:moveTo>
                    <a:pt x="3237" y="6429"/>
                  </a:moveTo>
                  <a:cubicBezTo>
                    <a:pt x="5023" y="6429"/>
                    <a:pt x="6472" y="4991"/>
                    <a:pt x="6472" y="3210"/>
                  </a:cubicBezTo>
                  <a:cubicBezTo>
                    <a:pt x="6472" y="1438"/>
                    <a:pt x="5023" y="0"/>
                    <a:pt x="3237" y="0"/>
                  </a:cubicBezTo>
                  <a:cubicBezTo>
                    <a:pt x="1449" y="0"/>
                    <a:pt x="0" y="1438"/>
                    <a:pt x="0" y="3210"/>
                  </a:cubicBezTo>
                  <a:cubicBezTo>
                    <a:pt x="0" y="4991"/>
                    <a:pt x="1449" y="6429"/>
                    <a:pt x="3237" y="64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2" name="Google Shape;482;p12"/>
            <p:cNvSpPr/>
            <p:nvPr/>
          </p:nvSpPr>
          <p:spPr>
            <a:xfrm>
              <a:off x="6252072" y="4238426"/>
              <a:ext cx="59061" cy="58625"/>
            </a:xfrm>
            <a:custGeom>
              <a:rect b="b" l="l" r="r" t="t"/>
              <a:pathLst>
                <a:path extrusionOk="0" h="7000" w="7052">
                  <a:moveTo>
                    <a:pt x="3526" y="7001"/>
                  </a:moveTo>
                  <a:cubicBezTo>
                    <a:pt x="5473" y="7001"/>
                    <a:pt x="7052" y="5439"/>
                    <a:pt x="7052" y="3505"/>
                  </a:cubicBezTo>
                  <a:cubicBezTo>
                    <a:pt x="7052" y="1572"/>
                    <a:pt x="5473" y="0"/>
                    <a:pt x="3526" y="0"/>
                  </a:cubicBezTo>
                  <a:cubicBezTo>
                    <a:pt x="1578" y="0"/>
                    <a:pt x="0" y="1572"/>
                    <a:pt x="0" y="3505"/>
                  </a:cubicBezTo>
                  <a:cubicBezTo>
                    <a:pt x="0" y="5439"/>
                    <a:pt x="1578" y="7001"/>
                    <a:pt x="3526" y="700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3" name="Google Shape;483;p12"/>
            <p:cNvSpPr/>
            <p:nvPr/>
          </p:nvSpPr>
          <p:spPr>
            <a:xfrm>
              <a:off x="6073426" y="4195504"/>
              <a:ext cx="59864" cy="59504"/>
            </a:xfrm>
            <a:custGeom>
              <a:rect b="b" l="l" r="r" t="t"/>
              <a:pathLst>
                <a:path extrusionOk="0" h="7105" w="7148">
                  <a:moveTo>
                    <a:pt x="3575" y="7106"/>
                  </a:moveTo>
                  <a:cubicBezTo>
                    <a:pt x="5548" y="7106"/>
                    <a:pt x="7149" y="5515"/>
                    <a:pt x="7149" y="3553"/>
                  </a:cubicBezTo>
                  <a:cubicBezTo>
                    <a:pt x="7149" y="1591"/>
                    <a:pt x="5548" y="0"/>
                    <a:pt x="3575" y="0"/>
                  </a:cubicBezTo>
                  <a:cubicBezTo>
                    <a:pt x="1600" y="0"/>
                    <a:pt x="0" y="1591"/>
                    <a:pt x="0" y="3553"/>
                  </a:cubicBezTo>
                  <a:cubicBezTo>
                    <a:pt x="0" y="5515"/>
                    <a:pt x="1600" y="7106"/>
                    <a:pt x="3575" y="710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4" name="Google Shape;484;p12"/>
            <p:cNvSpPr/>
            <p:nvPr/>
          </p:nvSpPr>
          <p:spPr>
            <a:xfrm>
              <a:off x="5898483" y="4144609"/>
              <a:ext cx="58248" cy="57829"/>
            </a:xfrm>
            <a:custGeom>
              <a:rect b="b" l="l" r="r" t="t"/>
              <a:pathLst>
                <a:path extrusionOk="0" h="6905" w="6955">
                  <a:moveTo>
                    <a:pt x="3478" y="6906"/>
                  </a:moveTo>
                  <a:cubicBezTo>
                    <a:pt x="5399" y="6906"/>
                    <a:pt x="6955" y="5363"/>
                    <a:pt x="6955" y="3458"/>
                  </a:cubicBezTo>
                  <a:cubicBezTo>
                    <a:pt x="6955" y="1553"/>
                    <a:pt x="5399" y="0"/>
                    <a:pt x="3478" y="0"/>
                  </a:cubicBezTo>
                  <a:cubicBezTo>
                    <a:pt x="1557" y="0"/>
                    <a:pt x="0" y="1553"/>
                    <a:pt x="0" y="3458"/>
                  </a:cubicBezTo>
                  <a:cubicBezTo>
                    <a:pt x="0" y="5363"/>
                    <a:pt x="1557" y="6906"/>
                    <a:pt x="3478" y="690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5" name="Google Shape;485;p12"/>
            <p:cNvSpPr/>
            <p:nvPr/>
          </p:nvSpPr>
          <p:spPr>
            <a:xfrm>
              <a:off x="5727728" y="4085904"/>
              <a:ext cx="54203" cy="53843"/>
            </a:xfrm>
            <a:custGeom>
              <a:rect b="b" l="l" r="r" t="t"/>
              <a:pathLst>
                <a:path extrusionOk="0" h="6429" w="6472">
                  <a:moveTo>
                    <a:pt x="3236" y="6429"/>
                  </a:moveTo>
                  <a:cubicBezTo>
                    <a:pt x="5023" y="6429"/>
                    <a:pt x="6472" y="4991"/>
                    <a:pt x="6472" y="3210"/>
                  </a:cubicBezTo>
                  <a:cubicBezTo>
                    <a:pt x="6472" y="1438"/>
                    <a:pt x="5023" y="0"/>
                    <a:pt x="3236" y="0"/>
                  </a:cubicBezTo>
                  <a:cubicBezTo>
                    <a:pt x="1449" y="0"/>
                    <a:pt x="0" y="1438"/>
                    <a:pt x="0" y="3210"/>
                  </a:cubicBezTo>
                  <a:cubicBezTo>
                    <a:pt x="0" y="4991"/>
                    <a:pt x="1449" y="6429"/>
                    <a:pt x="3236" y="64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6" name="Google Shape;486;p12"/>
            <p:cNvSpPr/>
            <p:nvPr/>
          </p:nvSpPr>
          <p:spPr>
            <a:xfrm>
              <a:off x="5559990" y="4017855"/>
              <a:ext cx="50962" cy="50568"/>
            </a:xfrm>
            <a:custGeom>
              <a:rect b="b" l="l" r="r" t="t"/>
              <a:pathLst>
                <a:path extrusionOk="0" h="6038" w="6085">
                  <a:moveTo>
                    <a:pt x="3043" y="6039"/>
                  </a:moveTo>
                  <a:cubicBezTo>
                    <a:pt x="4723" y="6039"/>
                    <a:pt x="6086" y="4690"/>
                    <a:pt x="6086" y="3021"/>
                  </a:cubicBezTo>
                  <a:cubicBezTo>
                    <a:pt x="6086" y="1353"/>
                    <a:pt x="4723" y="0"/>
                    <a:pt x="3043" y="0"/>
                  </a:cubicBezTo>
                  <a:cubicBezTo>
                    <a:pt x="1362" y="0"/>
                    <a:pt x="0" y="1353"/>
                    <a:pt x="0" y="3021"/>
                  </a:cubicBezTo>
                  <a:cubicBezTo>
                    <a:pt x="0" y="4690"/>
                    <a:pt x="1362" y="6039"/>
                    <a:pt x="3043" y="60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7" name="Google Shape;487;p12"/>
            <p:cNvSpPr/>
            <p:nvPr/>
          </p:nvSpPr>
          <p:spPr>
            <a:xfrm>
              <a:off x="5395755" y="3940698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8" y="5755"/>
                  </a:moveTo>
                  <a:cubicBezTo>
                    <a:pt x="4499" y="5755"/>
                    <a:pt x="5796" y="4467"/>
                    <a:pt x="5796" y="2878"/>
                  </a:cubicBezTo>
                  <a:cubicBezTo>
                    <a:pt x="5796" y="1289"/>
                    <a:pt x="4499" y="0"/>
                    <a:pt x="2898" y="0"/>
                  </a:cubicBezTo>
                  <a:cubicBezTo>
                    <a:pt x="1297" y="0"/>
                    <a:pt x="0" y="1289"/>
                    <a:pt x="0" y="2878"/>
                  </a:cubicBezTo>
                  <a:cubicBezTo>
                    <a:pt x="0" y="4467"/>
                    <a:pt x="1297" y="5755"/>
                    <a:pt x="2898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5234683" y="3853848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7" y="5755"/>
                  </a:moveTo>
                  <a:cubicBezTo>
                    <a:pt x="4498" y="5755"/>
                    <a:pt x="5796" y="4467"/>
                    <a:pt x="5796" y="2878"/>
                  </a:cubicBezTo>
                  <a:cubicBezTo>
                    <a:pt x="5796" y="1288"/>
                    <a:pt x="4498" y="0"/>
                    <a:pt x="2897" y="0"/>
                  </a:cubicBezTo>
                  <a:cubicBezTo>
                    <a:pt x="1297" y="0"/>
                    <a:pt x="0" y="1288"/>
                    <a:pt x="0" y="2878"/>
                  </a:cubicBezTo>
                  <a:cubicBezTo>
                    <a:pt x="0" y="4467"/>
                    <a:pt x="1297" y="5755"/>
                    <a:pt x="2897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077571" y="3757763"/>
              <a:ext cx="50158" cy="50158"/>
            </a:xfrm>
            <a:custGeom>
              <a:rect b="b" l="l" r="r" t="t"/>
              <a:pathLst>
                <a:path extrusionOk="0" h="5989" w="5989">
                  <a:moveTo>
                    <a:pt x="5989" y="2995"/>
                  </a:moveTo>
                  <a:cubicBezTo>
                    <a:pt x="5989" y="4649"/>
                    <a:pt x="4649" y="5989"/>
                    <a:pt x="2995" y="5989"/>
                  </a:cubicBezTo>
                  <a:cubicBezTo>
                    <a:pt x="1341" y="5989"/>
                    <a:pt x="0" y="4649"/>
                    <a:pt x="0" y="2995"/>
                  </a:cubicBezTo>
                  <a:cubicBezTo>
                    <a:pt x="0" y="1341"/>
                    <a:pt x="1341" y="0"/>
                    <a:pt x="2995" y="0"/>
                  </a:cubicBezTo>
                  <a:cubicBezTo>
                    <a:pt x="4649" y="0"/>
                    <a:pt x="5989" y="1341"/>
                    <a:pt x="5989" y="29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4924894" y="3653046"/>
              <a:ext cx="53399" cy="53399"/>
            </a:xfrm>
            <a:custGeom>
              <a:rect b="b" l="l" r="r" t="t"/>
              <a:pathLst>
                <a:path extrusionOk="0" h="6376" w="6376">
                  <a:moveTo>
                    <a:pt x="6376" y="3188"/>
                  </a:moveTo>
                  <a:cubicBezTo>
                    <a:pt x="6376" y="4949"/>
                    <a:pt x="4949" y="6376"/>
                    <a:pt x="3188" y="6376"/>
                  </a:cubicBezTo>
                  <a:cubicBezTo>
                    <a:pt x="1427" y="6376"/>
                    <a:pt x="0" y="4949"/>
                    <a:pt x="0" y="3188"/>
                  </a:cubicBezTo>
                  <a:cubicBezTo>
                    <a:pt x="0" y="1427"/>
                    <a:pt x="1427" y="0"/>
                    <a:pt x="3188" y="0"/>
                  </a:cubicBezTo>
                  <a:cubicBezTo>
                    <a:pt x="4949" y="0"/>
                    <a:pt x="6376" y="1427"/>
                    <a:pt x="6376" y="31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1" name="Google Shape;491;p12"/>
            <p:cNvSpPr/>
            <p:nvPr/>
          </p:nvSpPr>
          <p:spPr>
            <a:xfrm>
              <a:off x="4778252" y="3541032"/>
              <a:ext cx="55819" cy="55819"/>
            </a:xfrm>
            <a:custGeom>
              <a:rect b="b" l="l" r="r" t="t"/>
              <a:pathLst>
                <a:path extrusionOk="0" h="6665" w="6665">
                  <a:moveTo>
                    <a:pt x="6666" y="3333"/>
                  </a:moveTo>
                  <a:cubicBezTo>
                    <a:pt x="6666" y="5173"/>
                    <a:pt x="5173" y="6666"/>
                    <a:pt x="3333" y="6666"/>
                  </a:cubicBezTo>
                  <a:cubicBezTo>
                    <a:pt x="1492" y="6666"/>
                    <a:pt x="0" y="5173"/>
                    <a:pt x="0" y="3333"/>
                  </a:cubicBezTo>
                  <a:cubicBezTo>
                    <a:pt x="0" y="1492"/>
                    <a:pt x="1492" y="0"/>
                    <a:pt x="3333" y="0"/>
                  </a:cubicBezTo>
                  <a:cubicBezTo>
                    <a:pt x="5173" y="0"/>
                    <a:pt x="6666" y="1492"/>
                    <a:pt x="6666" y="33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2" name="Google Shape;492;p12"/>
            <p:cNvSpPr/>
            <p:nvPr/>
          </p:nvSpPr>
          <p:spPr>
            <a:xfrm>
              <a:off x="4637663" y="3421812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1"/>
                    <a:pt x="6955" y="3454"/>
                  </a:cubicBezTo>
                  <a:cubicBezTo>
                    <a:pt x="6955" y="1547"/>
                    <a:pt x="5398" y="0"/>
                    <a:pt x="3478" y="0"/>
                  </a:cubicBezTo>
                  <a:cubicBezTo>
                    <a:pt x="1556" y="0"/>
                    <a:pt x="0" y="1547"/>
                    <a:pt x="0" y="3454"/>
                  </a:cubicBezTo>
                  <a:cubicBezTo>
                    <a:pt x="0" y="5361"/>
                    <a:pt x="1556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4503886" y="3295726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4" y="7098"/>
                  </a:moveTo>
                  <a:cubicBezTo>
                    <a:pt x="5548" y="7098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4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8"/>
                    <a:pt x="3574" y="70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4377305" y="3163302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2" y="7194"/>
                  </a:moveTo>
                  <a:cubicBezTo>
                    <a:pt x="5624" y="7194"/>
                    <a:pt x="7246" y="5584"/>
                    <a:pt x="7246" y="3597"/>
                  </a:cubicBezTo>
                  <a:cubicBezTo>
                    <a:pt x="7246" y="1611"/>
                    <a:pt x="5624" y="0"/>
                    <a:pt x="3622" y="0"/>
                  </a:cubicBezTo>
                  <a:cubicBezTo>
                    <a:pt x="1622" y="0"/>
                    <a:pt x="0" y="1611"/>
                    <a:pt x="0" y="3597"/>
                  </a:cubicBezTo>
                  <a:cubicBezTo>
                    <a:pt x="0" y="5584"/>
                    <a:pt x="1622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4258269" y="3024890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3" y="7194"/>
                  </a:moveTo>
                  <a:cubicBezTo>
                    <a:pt x="5624" y="7194"/>
                    <a:pt x="7246" y="5584"/>
                    <a:pt x="7246" y="3597"/>
                  </a:cubicBezTo>
                  <a:cubicBezTo>
                    <a:pt x="7246" y="1611"/>
                    <a:pt x="5624" y="0"/>
                    <a:pt x="3623" y="0"/>
                  </a:cubicBezTo>
                  <a:cubicBezTo>
                    <a:pt x="1622" y="0"/>
                    <a:pt x="0" y="1611"/>
                    <a:pt x="0" y="3597"/>
                  </a:cubicBezTo>
                  <a:cubicBezTo>
                    <a:pt x="0" y="5584"/>
                    <a:pt x="1622" y="7194"/>
                    <a:pt x="3623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4146675" y="2880478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3" y="7194"/>
                  </a:moveTo>
                  <a:cubicBezTo>
                    <a:pt x="5624" y="7194"/>
                    <a:pt x="7246" y="5585"/>
                    <a:pt x="7246" y="3598"/>
                  </a:cubicBezTo>
                  <a:cubicBezTo>
                    <a:pt x="7246" y="1611"/>
                    <a:pt x="5624" y="0"/>
                    <a:pt x="3623" y="0"/>
                  </a:cubicBezTo>
                  <a:cubicBezTo>
                    <a:pt x="1622" y="0"/>
                    <a:pt x="0" y="1611"/>
                    <a:pt x="0" y="3598"/>
                  </a:cubicBezTo>
                  <a:cubicBezTo>
                    <a:pt x="0" y="5585"/>
                    <a:pt x="1622" y="7194"/>
                    <a:pt x="3623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4043257" y="2730883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5" y="7098"/>
                  </a:moveTo>
                  <a:cubicBezTo>
                    <a:pt x="5548" y="7098"/>
                    <a:pt x="7149" y="5509"/>
                    <a:pt x="7149" y="3549"/>
                  </a:cubicBezTo>
                  <a:cubicBezTo>
                    <a:pt x="7149" y="1589"/>
                    <a:pt x="5548" y="0"/>
                    <a:pt x="3575" y="0"/>
                  </a:cubicBezTo>
                  <a:cubicBezTo>
                    <a:pt x="1600" y="0"/>
                    <a:pt x="0" y="1589"/>
                    <a:pt x="0" y="3549"/>
                  </a:cubicBezTo>
                  <a:cubicBezTo>
                    <a:pt x="0" y="5509"/>
                    <a:pt x="1600" y="7098"/>
                    <a:pt x="3575" y="70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3947894" y="2575883"/>
              <a:ext cx="59061" cy="59060"/>
            </a:xfrm>
            <a:custGeom>
              <a:rect b="b" l="l" r="r" t="t"/>
              <a:pathLst>
                <a:path extrusionOk="0" h="7052" w="7052">
                  <a:moveTo>
                    <a:pt x="7052" y="3526"/>
                  </a:moveTo>
                  <a:cubicBezTo>
                    <a:pt x="7052" y="5474"/>
                    <a:pt x="5474" y="7052"/>
                    <a:pt x="3526" y="7052"/>
                  </a:cubicBezTo>
                  <a:cubicBezTo>
                    <a:pt x="1579" y="7052"/>
                    <a:pt x="0" y="5474"/>
                    <a:pt x="0" y="3526"/>
                  </a:cubicBezTo>
                  <a:cubicBezTo>
                    <a:pt x="0" y="1579"/>
                    <a:pt x="1579" y="0"/>
                    <a:pt x="3526" y="0"/>
                  </a:cubicBezTo>
                  <a:cubicBezTo>
                    <a:pt x="5474" y="0"/>
                    <a:pt x="7052" y="1579"/>
                    <a:pt x="7052" y="35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3860432" y="2415927"/>
              <a:ext cx="59061" cy="59060"/>
            </a:xfrm>
            <a:custGeom>
              <a:rect b="b" l="l" r="r" t="t"/>
              <a:pathLst>
                <a:path extrusionOk="0" h="7052" w="7052">
                  <a:moveTo>
                    <a:pt x="7052" y="3526"/>
                  </a:moveTo>
                  <a:cubicBezTo>
                    <a:pt x="7052" y="5474"/>
                    <a:pt x="5474" y="7052"/>
                    <a:pt x="3526" y="7052"/>
                  </a:cubicBezTo>
                  <a:cubicBezTo>
                    <a:pt x="1579" y="7052"/>
                    <a:pt x="0" y="5474"/>
                    <a:pt x="0" y="3526"/>
                  </a:cubicBezTo>
                  <a:cubicBezTo>
                    <a:pt x="0" y="1579"/>
                    <a:pt x="1579" y="0"/>
                    <a:pt x="3526" y="0"/>
                  </a:cubicBezTo>
                  <a:cubicBezTo>
                    <a:pt x="5474" y="0"/>
                    <a:pt x="7052" y="1579"/>
                    <a:pt x="7052" y="35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3781921" y="2252249"/>
              <a:ext cx="58248" cy="57838"/>
            </a:xfrm>
            <a:custGeom>
              <a:rect b="b" l="l" r="r" t="t"/>
              <a:pathLst>
                <a:path extrusionOk="0" h="6906" w="6955">
                  <a:moveTo>
                    <a:pt x="3478" y="6907"/>
                  </a:moveTo>
                  <a:cubicBezTo>
                    <a:pt x="5398" y="6907"/>
                    <a:pt x="6955" y="5361"/>
                    <a:pt x="6955" y="3453"/>
                  </a:cubicBezTo>
                  <a:cubicBezTo>
                    <a:pt x="6955" y="1546"/>
                    <a:pt x="5398" y="0"/>
                    <a:pt x="3478" y="0"/>
                  </a:cubicBezTo>
                  <a:cubicBezTo>
                    <a:pt x="1556" y="0"/>
                    <a:pt x="0" y="1546"/>
                    <a:pt x="0" y="3453"/>
                  </a:cubicBezTo>
                  <a:cubicBezTo>
                    <a:pt x="0" y="5361"/>
                    <a:pt x="1556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3711769" y="2084091"/>
              <a:ext cx="58257" cy="57838"/>
            </a:xfrm>
            <a:custGeom>
              <a:rect b="b" l="l" r="r" t="t"/>
              <a:pathLst>
                <a:path extrusionOk="0" h="6906" w="6956">
                  <a:moveTo>
                    <a:pt x="3479" y="6907"/>
                  </a:moveTo>
                  <a:cubicBezTo>
                    <a:pt x="5399" y="6907"/>
                    <a:pt x="6956" y="5361"/>
                    <a:pt x="6956" y="3453"/>
                  </a:cubicBezTo>
                  <a:cubicBezTo>
                    <a:pt x="6956" y="1546"/>
                    <a:pt x="5399" y="0"/>
                    <a:pt x="3479" y="0"/>
                  </a:cubicBezTo>
                  <a:cubicBezTo>
                    <a:pt x="1557" y="0"/>
                    <a:pt x="0" y="1546"/>
                    <a:pt x="0" y="3453"/>
                  </a:cubicBezTo>
                  <a:cubicBezTo>
                    <a:pt x="0" y="5361"/>
                    <a:pt x="1557" y="6907"/>
                    <a:pt x="3479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3650586" y="1912513"/>
              <a:ext cx="58257" cy="57838"/>
            </a:xfrm>
            <a:custGeom>
              <a:rect b="b" l="l" r="r" t="t"/>
              <a:pathLst>
                <a:path extrusionOk="0" h="6906" w="6956">
                  <a:moveTo>
                    <a:pt x="3478" y="6907"/>
                  </a:moveTo>
                  <a:cubicBezTo>
                    <a:pt x="5399" y="6907"/>
                    <a:pt x="6956" y="5361"/>
                    <a:pt x="6956" y="3454"/>
                  </a:cubicBezTo>
                  <a:cubicBezTo>
                    <a:pt x="6956" y="1546"/>
                    <a:pt x="5399" y="0"/>
                    <a:pt x="3478" y="0"/>
                  </a:cubicBezTo>
                  <a:cubicBezTo>
                    <a:pt x="1557" y="0"/>
                    <a:pt x="0" y="1546"/>
                    <a:pt x="0" y="3454"/>
                  </a:cubicBezTo>
                  <a:cubicBezTo>
                    <a:pt x="0" y="5361"/>
                    <a:pt x="1557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3598520" y="1738000"/>
              <a:ext cx="58257" cy="57838"/>
            </a:xfrm>
            <a:custGeom>
              <a:rect b="b" l="l" r="r" t="t"/>
              <a:pathLst>
                <a:path extrusionOk="0" h="6906" w="6956">
                  <a:moveTo>
                    <a:pt x="3478" y="6907"/>
                  </a:moveTo>
                  <a:cubicBezTo>
                    <a:pt x="5399" y="6907"/>
                    <a:pt x="6956" y="5361"/>
                    <a:pt x="6956" y="3454"/>
                  </a:cubicBezTo>
                  <a:cubicBezTo>
                    <a:pt x="6956" y="1546"/>
                    <a:pt x="5399" y="0"/>
                    <a:pt x="3478" y="0"/>
                  </a:cubicBezTo>
                  <a:cubicBezTo>
                    <a:pt x="1557" y="0"/>
                    <a:pt x="0" y="1546"/>
                    <a:pt x="0" y="3454"/>
                  </a:cubicBezTo>
                  <a:cubicBezTo>
                    <a:pt x="0" y="5361"/>
                    <a:pt x="1557" y="6907"/>
                    <a:pt x="3478" y="690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3555333" y="1560615"/>
              <a:ext cx="59052" cy="58633"/>
            </a:xfrm>
            <a:custGeom>
              <a:rect b="b" l="l" r="r" t="t"/>
              <a:pathLst>
                <a:path extrusionOk="0" h="7001" w="7051">
                  <a:moveTo>
                    <a:pt x="3525" y="7002"/>
                  </a:moveTo>
                  <a:cubicBezTo>
                    <a:pt x="5473" y="7002"/>
                    <a:pt x="7051" y="5435"/>
                    <a:pt x="7051" y="3500"/>
                  </a:cubicBezTo>
                  <a:cubicBezTo>
                    <a:pt x="7051" y="1567"/>
                    <a:pt x="5473" y="0"/>
                    <a:pt x="3525" y="0"/>
                  </a:cubicBezTo>
                  <a:cubicBezTo>
                    <a:pt x="1578" y="0"/>
                    <a:pt x="0" y="1567"/>
                    <a:pt x="0" y="3500"/>
                  </a:cubicBezTo>
                  <a:cubicBezTo>
                    <a:pt x="0" y="5435"/>
                    <a:pt x="1578" y="7002"/>
                    <a:pt x="3525" y="70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3521921" y="1381640"/>
              <a:ext cx="59061" cy="58642"/>
            </a:xfrm>
            <a:custGeom>
              <a:rect b="b" l="l" r="r" t="t"/>
              <a:pathLst>
                <a:path extrusionOk="0" h="7002" w="7052">
                  <a:moveTo>
                    <a:pt x="3526" y="7003"/>
                  </a:moveTo>
                  <a:cubicBezTo>
                    <a:pt x="5473" y="7003"/>
                    <a:pt x="7052" y="5435"/>
                    <a:pt x="7052" y="3501"/>
                  </a:cubicBezTo>
                  <a:cubicBezTo>
                    <a:pt x="7052" y="1568"/>
                    <a:pt x="5473" y="0"/>
                    <a:pt x="3526" y="0"/>
                  </a:cubicBezTo>
                  <a:cubicBezTo>
                    <a:pt x="1579" y="0"/>
                    <a:pt x="0" y="1568"/>
                    <a:pt x="0" y="3501"/>
                  </a:cubicBezTo>
                  <a:cubicBezTo>
                    <a:pt x="0" y="5435"/>
                    <a:pt x="1579" y="7003"/>
                    <a:pt x="3526" y="700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3497589" y="1200780"/>
              <a:ext cx="59864" cy="59446"/>
            </a:xfrm>
            <a:custGeom>
              <a:rect b="b" l="l" r="r" t="t"/>
              <a:pathLst>
                <a:path extrusionOk="0" h="7098" w="7148">
                  <a:moveTo>
                    <a:pt x="3575" y="7099"/>
                  </a:moveTo>
                  <a:cubicBezTo>
                    <a:pt x="5548" y="7099"/>
                    <a:pt x="7149" y="5509"/>
                    <a:pt x="7149" y="3550"/>
                  </a:cubicBezTo>
                  <a:cubicBezTo>
                    <a:pt x="7149" y="1590"/>
                    <a:pt x="5548" y="0"/>
                    <a:pt x="3575" y="0"/>
                  </a:cubicBezTo>
                  <a:cubicBezTo>
                    <a:pt x="1600" y="0"/>
                    <a:pt x="0" y="1590"/>
                    <a:pt x="0" y="3550"/>
                  </a:cubicBezTo>
                  <a:cubicBezTo>
                    <a:pt x="0" y="5509"/>
                    <a:pt x="1600" y="7099"/>
                    <a:pt x="3575" y="709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7" name="Google Shape;507;p12"/>
            <p:cNvSpPr/>
            <p:nvPr/>
          </p:nvSpPr>
          <p:spPr>
            <a:xfrm>
              <a:off x="3482812" y="1018934"/>
              <a:ext cx="60668" cy="60250"/>
            </a:xfrm>
            <a:custGeom>
              <a:rect b="b" l="l" r="r" t="t"/>
              <a:pathLst>
                <a:path extrusionOk="0" h="7194" w="7244">
                  <a:moveTo>
                    <a:pt x="3622" y="7194"/>
                  </a:moveTo>
                  <a:cubicBezTo>
                    <a:pt x="5623" y="7194"/>
                    <a:pt x="7245" y="5584"/>
                    <a:pt x="7245" y="3597"/>
                  </a:cubicBezTo>
                  <a:cubicBezTo>
                    <a:pt x="7245" y="1611"/>
                    <a:pt x="5623" y="0"/>
                    <a:pt x="3622" y="0"/>
                  </a:cubicBezTo>
                  <a:cubicBezTo>
                    <a:pt x="1622" y="0"/>
                    <a:pt x="0" y="1611"/>
                    <a:pt x="0" y="3597"/>
                  </a:cubicBezTo>
                  <a:cubicBezTo>
                    <a:pt x="0" y="5584"/>
                    <a:pt x="1622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8" name="Google Shape;508;p12"/>
            <p:cNvSpPr/>
            <p:nvPr/>
          </p:nvSpPr>
          <p:spPr>
            <a:xfrm>
              <a:off x="3476795" y="835770"/>
              <a:ext cx="63106" cy="62653"/>
            </a:xfrm>
            <a:custGeom>
              <a:rect b="b" l="l" r="r" t="t"/>
              <a:pathLst>
                <a:path extrusionOk="0" h="7481" w="7535">
                  <a:moveTo>
                    <a:pt x="3768" y="7482"/>
                  </a:moveTo>
                  <a:cubicBezTo>
                    <a:pt x="5848" y="7482"/>
                    <a:pt x="7535" y="5807"/>
                    <a:pt x="7535" y="3741"/>
                  </a:cubicBezTo>
                  <a:cubicBezTo>
                    <a:pt x="7535" y="1674"/>
                    <a:pt x="5848" y="0"/>
                    <a:pt x="3768" y="0"/>
                  </a:cubicBezTo>
                  <a:cubicBezTo>
                    <a:pt x="1687" y="0"/>
                    <a:pt x="0" y="1674"/>
                    <a:pt x="0" y="3741"/>
                  </a:cubicBezTo>
                  <a:cubicBezTo>
                    <a:pt x="0" y="5807"/>
                    <a:pt x="1687" y="7482"/>
                    <a:pt x="3768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3479977" y="652214"/>
              <a:ext cx="66330" cy="65869"/>
            </a:xfrm>
            <a:custGeom>
              <a:rect b="b" l="l" r="r" t="t"/>
              <a:pathLst>
                <a:path extrusionOk="0" h="7865" w="7920">
                  <a:moveTo>
                    <a:pt x="3960" y="7866"/>
                  </a:moveTo>
                  <a:cubicBezTo>
                    <a:pt x="6148" y="7866"/>
                    <a:pt x="7921" y="6105"/>
                    <a:pt x="7921" y="3933"/>
                  </a:cubicBezTo>
                  <a:cubicBezTo>
                    <a:pt x="7921" y="1760"/>
                    <a:pt x="6148" y="0"/>
                    <a:pt x="3960" y="0"/>
                  </a:cubicBezTo>
                  <a:cubicBezTo>
                    <a:pt x="1773" y="0"/>
                    <a:pt x="0" y="1760"/>
                    <a:pt x="0" y="3933"/>
                  </a:cubicBezTo>
                  <a:cubicBezTo>
                    <a:pt x="0" y="6105"/>
                    <a:pt x="1773" y="7866"/>
                    <a:pt x="3960" y="78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3492742" y="469151"/>
              <a:ext cx="69571" cy="69085"/>
            </a:xfrm>
            <a:custGeom>
              <a:rect b="b" l="l" r="r" t="t"/>
              <a:pathLst>
                <a:path extrusionOk="0" h="8249" w="8307">
                  <a:moveTo>
                    <a:pt x="4154" y="8250"/>
                  </a:moveTo>
                  <a:cubicBezTo>
                    <a:pt x="6447" y="8250"/>
                    <a:pt x="8308" y="6403"/>
                    <a:pt x="8308" y="4125"/>
                  </a:cubicBezTo>
                  <a:cubicBezTo>
                    <a:pt x="8308" y="1847"/>
                    <a:pt x="6447" y="0"/>
                    <a:pt x="4154" y="0"/>
                  </a:cubicBezTo>
                  <a:cubicBezTo>
                    <a:pt x="1859" y="0"/>
                    <a:pt x="0" y="1847"/>
                    <a:pt x="0" y="4125"/>
                  </a:cubicBezTo>
                  <a:cubicBezTo>
                    <a:pt x="0" y="6403"/>
                    <a:pt x="1859" y="8250"/>
                    <a:pt x="4154" y="82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1" name="Google Shape;511;p12"/>
            <p:cNvSpPr/>
            <p:nvPr/>
          </p:nvSpPr>
          <p:spPr>
            <a:xfrm>
              <a:off x="3514633" y="286691"/>
              <a:ext cx="73625" cy="73097"/>
            </a:xfrm>
            <a:custGeom>
              <a:rect b="b" l="l" r="r" t="t"/>
              <a:pathLst>
                <a:path extrusionOk="0" h="8728" w="8791">
                  <a:moveTo>
                    <a:pt x="4396" y="8729"/>
                  </a:moveTo>
                  <a:cubicBezTo>
                    <a:pt x="6824" y="8729"/>
                    <a:pt x="8792" y="6775"/>
                    <a:pt x="8792" y="4364"/>
                  </a:cubicBezTo>
                  <a:cubicBezTo>
                    <a:pt x="8792" y="1954"/>
                    <a:pt x="6824" y="0"/>
                    <a:pt x="4396" y="0"/>
                  </a:cubicBezTo>
                  <a:cubicBezTo>
                    <a:pt x="1968" y="0"/>
                    <a:pt x="0" y="1954"/>
                    <a:pt x="0" y="4364"/>
                  </a:cubicBezTo>
                  <a:cubicBezTo>
                    <a:pt x="0" y="6775"/>
                    <a:pt x="1968" y="8729"/>
                    <a:pt x="4396" y="87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2" name="Google Shape;512;p12"/>
            <p:cNvSpPr/>
            <p:nvPr/>
          </p:nvSpPr>
          <p:spPr>
            <a:xfrm>
              <a:off x="3546838" y="106518"/>
              <a:ext cx="76045" cy="75517"/>
            </a:xfrm>
            <a:custGeom>
              <a:rect b="b" l="l" r="r" t="t"/>
              <a:pathLst>
                <a:path extrusionOk="0" h="9017" w="9080">
                  <a:moveTo>
                    <a:pt x="4540" y="9017"/>
                  </a:moveTo>
                  <a:cubicBezTo>
                    <a:pt x="7048" y="9017"/>
                    <a:pt x="9080" y="6999"/>
                    <a:pt x="9080" y="4509"/>
                  </a:cubicBezTo>
                  <a:cubicBezTo>
                    <a:pt x="9080" y="2018"/>
                    <a:pt x="7048" y="0"/>
                    <a:pt x="4540" y="0"/>
                  </a:cubicBezTo>
                  <a:cubicBezTo>
                    <a:pt x="2033" y="0"/>
                    <a:pt x="0" y="2018"/>
                    <a:pt x="0" y="4509"/>
                  </a:cubicBezTo>
                  <a:cubicBezTo>
                    <a:pt x="0" y="6999"/>
                    <a:pt x="2033" y="9017"/>
                    <a:pt x="4540" y="901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3" name="Google Shape;513;p12"/>
            <p:cNvSpPr/>
            <p:nvPr/>
          </p:nvSpPr>
          <p:spPr>
            <a:xfrm>
              <a:off x="6856710" y="4470730"/>
              <a:ext cx="30719" cy="30552"/>
            </a:xfrm>
            <a:custGeom>
              <a:rect b="b" l="l" r="r" t="t"/>
              <a:pathLst>
                <a:path extrusionOk="0" h="3648" w="3669">
                  <a:moveTo>
                    <a:pt x="1835" y="3648"/>
                  </a:moveTo>
                  <a:cubicBezTo>
                    <a:pt x="2849" y="3648"/>
                    <a:pt x="3670" y="2829"/>
                    <a:pt x="3670" y="1829"/>
                  </a:cubicBezTo>
                  <a:cubicBezTo>
                    <a:pt x="3670" y="819"/>
                    <a:pt x="2849" y="0"/>
                    <a:pt x="1835" y="0"/>
                  </a:cubicBezTo>
                  <a:cubicBezTo>
                    <a:pt x="821" y="0"/>
                    <a:pt x="0" y="819"/>
                    <a:pt x="0" y="1829"/>
                  </a:cubicBezTo>
                  <a:cubicBezTo>
                    <a:pt x="0" y="2829"/>
                    <a:pt x="821" y="3648"/>
                    <a:pt x="1835" y="36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4" name="Google Shape;514;p12"/>
            <p:cNvSpPr/>
            <p:nvPr/>
          </p:nvSpPr>
          <p:spPr>
            <a:xfrm>
              <a:off x="6668911" y="4454536"/>
              <a:ext cx="40451" cy="40125"/>
            </a:xfrm>
            <a:custGeom>
              <a:rect b="b" l="l" r="r" t="t"/>
              <a:pathLst>
                <a:path extrusionOk="0" h="4791" w="4830">
                  <a:moveTo>
                    <a:pt x="2416" y="4791"/>
                  </a:moveTo>
                  <a:cubicBezTo>
                    <a:pt x="3749" y="4791"/>
                    <a:pt x="4830" y="3715"/>
                    <a:pt x="4830" y="2391"/>
                  </a:cubicBezTo>
                  <a:cubicBezTo>
                    <a:pt x="4830" y="1067"/>
                    <a:pt x="3749" y="0"/>
                    <a:pt x="2416" y="0"/>
                  </a:cubicBezTo>
                  <a:cubicBezTo>
                    <a:pt x="1082" y="0"/>
                    <a:pt x="0" y="1067"/>
                    <a:pt x="0" y="2391"/>
                  </a:cubicBezTo>
                  <a:cubicBezTo>
                    <a:pt x="0" y="3715"/>
                    <a:pt x="1082" y="4791"/>
                    <a:pt x="2416" y="47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5" name="Google Shape;515;p12"/>
            <p:cNvSpPr/>
            <p:nvPr/>
          </p:nvSpPr>
          <p:spPr>
            <a:xfrm>
              <a:off x="6481925" y="4428969"/>
              <a:ext cx="50158" cy="50158"/>
            </a:xfrm>
            <a:custGeom>
              <a:rect b="b" l="l" r="r" t="t"/>
              <a:pathLst>
                <a:path extrusionOk="0" h="5989" w="5989">
                  <a:moveTo>
                    <a:pt x="5989" y="2995"/>
                  </a:moveTo>
                  <a:cubicBezTo>
                    <a:pt x="5989" y="4649"/>
                    <a:pt x="4649" y="5989"/>
                    <a:pt x="2995" y="5989"/>
                  </a:cubicBezTo>
                  <a:cubicBezTo>
                    <a:pt x="1341" y="5989"/>
                    <a:pt x="0" y="4649"/>
                    <a:pt x="0" y="2995"/>
                  </a:cubicBezTo>
                  <a:cubicBezTo>
                    <a:pt x="0" y="1341"/>
                    <a:pt x="1341" y="0"/>
                    <a:pt x="2995" y="0"/>
                  </a:cubicBezTo>
                  <a:cubicBezTo>
                    <a:pt x="4649" y="0"/>
                    <a:pt x="5989" y="1341"/>
                    <a:pt x="5989" y="29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6" name="Google Shape;516;p12"/>
            <p:cNvSpPr/>
            <p:nvPr/>
          </p:nvSpPr>
          <p:spPr>
            <a:xfrm>
              <a:off x="6298240" y="4396691"/>
              <a:ext cx="55819" cy="55434"/>
            </a:xfrm>
            <a:custGeom>
              <a:rect b="b" l="l" r="r" t="t"/>
              <a:pathLst>
                <a:path extrusionOk="0" h="6619" w="6665">
                  <a:moveTo>
                    <a:pt x="3333" y="6620"/>
                  </a:moveTo>
                  <a:cubicBezTo>
                    <a:pt x="5173" y="6620"/>
                    <a:pt x="6666" y="5144"/>
                    <a:pt x="6666" y="3315"/>
                  </a:cubicBezTo>
                  <a:cubicBezTo>
                    <a:pt x="6666" y="1486"/>
                    <a:pt x="5173" y="0"/>
                    <a:pt x="3333" y="0"/>
                  </a:cubicBezTo>
                  <a:cubicBezTo>
                    <a:pt x="1492" y="0"/>
                    <a:pt x="0" y="1486"/>
                    <a:pt x="0" y="3315"/>
                  </a:cubicBezTo>
                  <a:cubicBezTo>
                    <a:pt x="0" y="5144"/>
                    <a:pt x="1492" y="6620"/>
                    <a:pt x="3333" y="662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7" name="Google Shape;517;p12"/>
            <p:cNvSpPr/>
            <p:nvPr/>
          </p:nvSpPr>
          <p:spPr>
            <a:xfrm>
              <a:off x="6118286" y="4357289"/>
              <a:ext cx="57436" cy="57109"/>
            </a:xfrm>
            <a:custGeom>
              <a:rect b="b" l="l" r="r" t="t"/>
              <a:pathLst>
                <a:path extrusionOk="0" h="6819" w="6858">
                  <a:moveTo>
                    <a:pt x="3429" y="6820"/>
                  </a:moveTo>
                  <a:cubicBezTo>
                    <a:pt x="5323" y="6820"/>
                    <a:pt x="6858" y="5286"/>
                    <a:pt x="6858" y="3410"/>
                  </a:cubicBezTo>
                  <a:cubicBezTo>
                    <a:pt x="6858" y="1533"/>
                    <a:pt x="5323" y="0"/>
                    <a:pt x="3429" y="0"/>
                  </a:cubicBezTo>
                  <a:cubicBezTo>
                    <a:pt x="1535" y="0"/>
                    <a:pt x="0" y="1533"/>
                    <a:pt x="0" y="3410"/>
                  </a:cubicBezTo>
                  <a:cubicBezTo>
                    <a:pt x="0" y="5286"/>
                    <a:pt x="1535" y="6820"/>
                    <a:pt x="3429" y="682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8" name="Google Shape;518;p12"/>
            <p:cNvSpPr/>
            <p:nvPr/>
          </p:nvSpPr>
          <p:spPr>
            <a:xfrm>
              <a:off x="5942548" y="4311021"/>
              <a:ext cx="55015" cy="54639"/>
            </a:xfrm>
            <a:custGeom>
              <a:rect b="b" l="l" r="r" t="t"/>
              <a:pathLst>
                <a:path extrusionOk="0" h="6524" w="6569">
                  <a:moveTo>
                    <a:pt x="3284" y="6525"/>
                  </a:moveTo>
                  <a:cubicBezTo>
                    <a:pt x="5099" y="6525"/>
                    <a:pt x="6569" y="5067"/>
                    <a:pt x="6569" y="3267"/>
                  </a:cubicBezTo>
                  <a:cubicBezTo>
                    <a:pt x="6569" y="1467"/>
                    <a:pt x="5099" y="0"/>
                    <a:pt x="3284" y="0"/>
                  </a:cubicBezTo>
                  <a:cubicBezTo>
                    <a:pt x="1471" y="0"/>
                    <a:pt x="0" y="1467"/>
                    <a:pt x="0" y="3267"/>
                  </a:cubicBezTo>
                  <a:cubicBezTo>
                    <a:pt x="0" y="5067"/>
                    <a:pt x="1471" y="6525"/>
                    <a:pt x="3284" y="652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19" name="Google Shape;519;p12"/>
            <p:cNvSpPr/>
            <p:nvPr/>
          </p:nvSpPr>
          <p:spPr>
            <a:xfrm>
              <a:off x="5770641" y="4257062"/>
              <a:ext cx="50158" cy="50158"/>
            </a:xfrm>
            <a:custGeom>
              <a:rect b="b" l="l" r="r" t="t"/>
              <a:pathLst>
                <a:path extrusionOk="0" h="5989" w="5989">
                  <a:moveTo>
                    <a:pt x="5989" y="2995"/>
                  </a:moveTo>
                  <a:cubicBezTo>
                    <a:pt x="5989" y="4649"/>
                    <a:pt x="4649" y="5989"/>
                    <a:pt x="2995" y="5989"/>
                  </a:cubicBezTo>
                  <a:cubicBezTo>
                    <a:pt x="1341" y="5989"/>
                    <a:pt x="0" y="4649"/>
                    <a:pt x="0" y="2995"/>
                  </a:cubicBezTo>
                  <a:cubicBezTo>
                    <a:pt x="0" y="1341"/>
                    <a:pt x="1341" y="0"/>
                    <a:pt x="2995" y="0"/>
                  </a:cubicBezTo>
                  <a:cubicBezTo>
                    <a:pt x="4649" y="0"/>
                    <a:pt x="5989" y="1341"/>
                    <a:pt x="5989" y="29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0" name="Google Shape;520;p12"/>
            <p:cNvSpPr/>
            <p:nvPr/>
          </p:nvSpPr>
          <p:spPr>
            <a:xfrm>
              <a:off x="5602208" y="4195184"/>
              <a:ext cx="44496" cy="44186"/>
            </a:xfrm>
            <a:custGeom>
              <a:rect b="b" l="l" r="r" t="t"/>
              <a:pathLst>
                <a:path extrusionOk="0" h="5276" w="5313">
                  <a:moveTo>
                    <a:pt x="2657" y="5277"/>
                  </a:moveTo>
                  <a:cubicBezTo>
                    <a:pt x="4123" y="5277"/>
                    <a:pt x="5313" y="4096"/>
                    <a:pt x="5313" y="2638"/>
                  </a:cubicBezTo>
                  <a:cubicBezTo>
                    <a:pt x="5313" y="1181"/>
                    <a:pt x="4123" y="0"/>
                    <a:pt x="2657" y="0"/>
                  </a:cubicBezTo>
                  <a:cubicBezTo>
                    <a:pt x="1190" y="0"/>
                    <a:pt x="0" y="1181"/>
                    <a:pt x="0" y="2638"/>
                  </a:cubicBezTo>
                  <a:cubicBezTo>
                    <a:pt x="0" y="4096"/>
                    <a:pt x="1190" y="5277"/>
                    <a:pt x="2657" y="527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1" name="Google Shape;521;p12"/>
            <p:cNvSpPr/>
            <p:nvPr/>
          </p:nvSpPr>
          <p:spPr>
            <a:xfrm>
              <a:off x="5436940" y="4124145"/>
              <a:ext cx="39496" cy="39496"/>
            </a:xfrm>
            <a:custGeom>
              <a:rect b="b" l="l" r="r" t="t"/>
              <a:pathLst>
                <a:path extrusionOk="0" h="4716" w="4716">
                  <a:moveTo>
                    <a:pt x="4717" y="2358"/>
                  </a:moveTo>
                  <a:cubicBezTo>
                    <a:pt x="4717" y="3661"/>
                    <a:pt x="3661" y="4717"/>
                    <a:pt x="2358" y="4717"/>
                  </a:cubicBezTo>
                  <a:cubicBezTo>
                    <a:pt x="1056" y="4717"/>
                    <a:pt x="0" y="3661"/>
                    <a:pt x="0" y="2358"/>
                  </a:cubicBezTo>
                  <a:cubicBezTo>
                    <a:pt x="0" y="1056"/>
                    <a:pt x="1056" y="0"/>
                    <a:pt x="2358" y="0"/>
                  </a:cubicBezTo>
                  <a:cubicBezTo>
                    <a:pt x="3661" y="0"/>
                    <a:pt x="4717" y="1056"/>
                    <a:pt x="4717" y="23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2" name="Google Shape;522;p12"/>
            <p:cNvSpPr/>
            <p:nvPr/>
          </p:nvSpPr>
          <p:spPr>
            <a:xfrm>
              <a:off x="5274231" y="4043824"/>
              <a:ext cx="37218" cy="36959"/>
            </a:xfrm>
            <a:custGeom>
              <a:rect b="b" l="l" r="r" t="t"/>
              <a:pathLst>
                <a:path extrusionOk="0" h="4413" w="4444">
                  <a:moveTo>
                    <a:pt x="2222" y="4414"/>
                  </a:moveTo>
                  <a:cubicBezTo>
                    <a:pt x="3449" y="4414"/>
                    <a:pt x="4444" y="3423"/>
                    <a:pt x="4444" y="2204"/>
                  </a:cubicBezTo>
                  <a:cubicBezTo>
                    <a:pt x="4444" y="988"/>
                    <a:pt x="3449" y="0"/>
                    <a:pt x="2222" y="0"/>
                  </a:cubicBezTo>
                  <a:cubicBezTo>
                    <a:pt x="995" y="0"/>
                    <a:pt x="0" y="988"/>
                    <a:pt x="0" y="2204"/>
                  </a:cubicBezTo>
                  <a:cubicBezTo>
                    <a:pt x="0" y="3423"/>
                    <a:pt x="995" y="4414"/>
                    <a:pt x="2222" y="441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3" name="Google Shape;523;p12"/>
            <p:cNvSpPr/>
            <p:nvPr/>
          </p:nvSpPr>
          <p:spPr>
            <a:xfrm>
              <a:off x="5114394" y="3953673"/>
              <a:ext cx="37889" cy="37889"/>
            </a:xfrm>
            <a:custGeom>
              <a:rect b="b" l="l" r="r" t="t"/>
              <a:pathLst>
                <a:path extrusionOk="0" h="4524" w="4524">
                  <a:moveTo>
                    <a:pt x="4524" y="2262"/>
                  </a:moveTo>
                  <a:cubicBezTo>
                    <a:pt x="4524" y="3511"/>
                    <a:pt x="3512" y="4524"/>
                    <a:pt x="2262" y="4524"/>
                  </a:cubicBezTo>
                  <a:cubicBezTo>
                    <a:pt x="1013" y="4524"/>
                    <a:pt x="0" y="3512"/>
                    <a:pt x="0" y="2262"/>
                  </a:cubicBezTo>
                  <a:cubicBezTo>
                    <a:pt x="0" y="1013"/>
                    <a:pt x="1013" y="0"/>
                    <a:pt x="2262" y="0"/>
                  </a:cubicBezTo>
                  <a:cubicBezTo>
                    <a:pt x="3512" y="0"/>
                    <a:pt x="4524" y="1013"/>
                    <a:pt x="4524" y="22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4" name="Google Shape;524;p12"/>
            <p:cNvSpPr/>
            <p:nvPr/>
          </p:nvSpPr>
          <p:spPr>
            <a:xfrm>
              <a:off x="4958352" y="3855009"/>
              <a:ext cx="40451" cy="40167"/>
            </a:xfrm>
            <a:custGeom>
              <a:rect b="b" l="l" r="r" t="t"/>
              <a:pathLst>
                <a:path extrusionOk="0" h="4796" w="4830">
                  <a:moveTo>
                    <a:pt x="2415" y="4797"/>
                  </a:moveTo>
                  <a:cubicBezTo>
                    <a:pt x="3748" y="4797"/>
                    <a:pt x="4830" y="3723"/>
                    <a:pt x="4830" y="2398"/>
                  </a:cubicBezTo>
                  <a:cubicBezTo>
                    <a:pt x="4830" y="1074"/>
                    <a:pt x="3748" y="0"/>
                    <a:pt x="2415" y="0"/>
                  </a:cubicBezTo>
                  <a:cubicBezTo>
                    <a:pt x="1081" y="0"/>
                    <a:pt x="0" y="1074"/>
                    <a:pt x="0" y="2398"/>
                  </a:cubicBezTo>
                  <a:cubicBezTo>
                    <a:pt x="0" y="3723"/>
                    <a:pt x="1081" y="4797"/>
                    <a:pt x="2415" y="479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5" name="Google Shape;525;p12"/>
            <p:cNvSpPr/>
            <p:nvPr/>
          </p:nvSpPr>
          <p:spPr>
            <a:xfrm>
              <a:off x="4807092" y="3748271"/>
              <a:ext cx="43684" cy="43374"/>
            </a:xfrm>
            <a:custGeom>
              <a:rect b="b" l="l" r="r" t="t"/>
              <a:pathLst>
                <a:path extrusionOk="0" h="5179" w="5216">
                  <a:moveTo>
                    <a:pt x="2608" y="5180"/>
                  </a:moveTo>
                  <a:cubicBezTo>
                    <a:pt x="4049" y="5180"/>
                    <a:pt x="5217" y="4020"/>
                    <a:pt x="5217" y="2590"/>
                  </a:cubicBezTo>
                  <a:cubicBezTo>
                    <a:pt x="5217" y="1159"/>
                    <a:pt x="4049" y="0"/>
                    <a:pt x="2608" y="0"/>
                  </a:cubicBezTo>
                  <a:cubicBezTo>
                    <a:pt x="1168" y="0"/>
                    <a:pt x="0" y="1159"/>
                    <a:pt x="0" y="2590"/>
                  </a:cubicBezTo>
                  <a:cubicBezTo>
                    <a:pt x="0" y="4020"/>
                    <a:pt x="1168" y="5180"/>
                    <a:pt x="2608" y="51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6" name="Google Shape;526;p12"/>
            <p:cNvSpPr/>
            <p:nvPr/>
          </p:nvSpPr>
          <p:spPr>
            <a:xfrm>
              <a:off x="4661346" y="3634209"/>
              <a:ext cx="46917" cy="46590"/>
            </a:xfrm>
            <a:custGeom>
              <a:rect b="b" l="l" r="r" t="t"/>
              <a:pathLst>
                <a:path extrusionOk="0" h="5563" w="5602">
                  <a:moveTo>
                    <a:pt x="2801" y="5564"/>
                  </a:moveTo>
                  <a:cubicBezTo>
                    <a:pt x="4348" y="5564"/>
                    <a:pt x="5603" y="4318"/>
                    <a:pt x="5603" y="2781"/>
                  </a:cubicBezTo>
                  <a:cubicBezTo>
                    <a:pt x="5603" y="1245"/>
                    <a:pt x="4348" y="0"/>
                    <a:pt x="2801" y="0"/>
                  </a:cubicBezTo>
                  <a:cubicBezTo>
                    <a:pt x="1254" y="0"/>
                    <a:pt x="0" y="1245"/>
                    <a:pt x="0" y="2781"/>
                  </a:cubicBezTo>
                  <a:cubicBezTo>
                    <a:pt x="0" y="4318"/>
                    <a:pt x="1254" y="5564"/>
                    <a:pt x="2801" y="55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7" name="Google Shape;527;p12"/>
            <p:cNvSpPr/>
            <p:nvPr/>
          </p:nvSpPr>
          <p:spPr>
            <a:xfrm>
              <a:off x="4522284" y="3513902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8" y="5755"/>
                  </a:moveTo>
                  <a:cubicBezTo>
                    <a:pt x="4499" y="5755"/>
                    <a:pt x="5796" y="4467"/>
                    <a:pt x="5796" y="2878"/>
                  </a:cubicBezTo>
                  <a:cubicBezTo>
                    <a:pt x="5796" y="1288"/>
                    <a:pt x="4499" y="0"/>
                    <a:pt x="2898" y="0"/>
                  </a:cubicBezTo>
                  <a:cubicBezTo>
                    <a:pt x="1297" y="0"/>
                    <a:pt x="0" y="1288"/>
                    <a:pt x="0" y="2878"/>
                  </a:cubicBezTo>
                  <a:cubicBezTo>
                    <a:pt x="0" y="4467"/>
                    <a:pt x="1297" y="5755"/>
                    <a:pt x="2898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8" name="Google Shape;528;p12"/>
            <p:cNvSpPr/>
            <p:nvPr/>
          </p:nvSpPr>
          <p:spPr>
            <a:xfrm>
              <a:off x="4389440" y="3386827"/>
              <a:ext cx="50158" cy="49806"/>
            </a:xfrm>
            <a:custGeom>
              <a:rect b="b" l="l" r="r" t="t"/>
              <a:pathLst>
                <a:path extrusionOk="0" h="5947" w="5989">
                  <a:moveTo>
                    <a:pt x="2995" y="5947"/>
                  </a:moveTo>
                  <a:cubicBezTo>
                    <a:pt x="4648" y="5947"/>
                    <a:pt x="5989" y="4616"/>
                    <a:pt x="5989" y="2974"/>
                  </a:cubicBezTo>
                  <a:cubicBezTo>
                    <a:pt x="5989" y="1332"/>
                    <a:pt x="4648" y="0"/>
                    <a:pt x="2995" y="0"/>
                  </a:cubicBezTo>
                  <a:cubicBezTo>
                    <a:pt x="1340" y="0"/>
                    <a:pt x="0" y="1332"/>
                    <a:pt x="0" y="2974"/>
                  </a:cubicBezTo>
                  <a:cubicBezTo>
                    <a:pt x="0" y="4616"/>
                    <a:pt x="1340" y="5947"/>
                    <a:pt x="2995" y="59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29" name="Google Shape;529;p12"/>
            <p:cNvSpPr/>
            <p:nvPr/>
          </p:nvSpPr>
          <p:spPr>
            <a:xfrm>
              <a:off x="4263152" y="3253343"/>
              <a:ext cx="51766" cy="51406"/>
            </a:xfrm>
            <a:custGeom>
              <a:rect b="b" l="l" r="r" t="t"/>
              <a:pathLst>
                <a:path extrusionOk="0" h="6138" w="6181">
                  <a:moveTo>
                    <a:pt x="3091" y="6139"/>
                  </a:moveTo>
                  <a:cubicBezTo>
                    <a:pt x="4798" y="6139"/>
                    <a:pt x="6182" y="4764"/>
                    <a:pt x="6182" y="3069"/>
                  </a:cubicBezTo>
                  <a:cubicBezTo>
                    <a:pt x="6182" y="1373"/>
                    <a:pt x="4798" y="0"/>
                    <a:pt x="3091" y="0"/>
                  </a:cubicBezTo>
                  <a:cubicBezTo>
                    <a:pt x="1384" y="0"/>
                    <a:pt x="0" y="1373"/>
                    <a:pt x="0" y="3069"/>
                  </a:cubicBezTo>
                  <a:cubicBezTo>
                    <a:pt x="0" y="4764"/>
                    <a:pt x="1384" y="6139"/>
                    <a:pt x="3091" y="61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0" name="Google Shape;530;p12"/>
            <p:cNvSpPr/>
            <p:nvPr/>
          </p:nvSpPr>
          <p:spPr>
            <a:xfrm>
              <a:off x="4144545" y="3114574"/>
              <a:ext cx="51766" cy="51406"/>
            </a:xfrm>
            <a:custGeom>
              <a:rect b="b" l="l" r="r" t="t"/>
              <a:pathLst>
                <a:path extrusionOk="0" h="6138" w="6181">
                  <a:moveTo>
                    <a:pt x="3091" y="6139"/>
                  </a:moveTo>
                  <a:cubicBezTo>
                    <a:pt x="4798" y="6139"/>
                    <a:pt x="6182" y="4765"/>
                    <a:pt x="6182" y="3070"/>
                  </a:cubicBezTo>
                  <a:cubicBezTo>
                    <a:pt x="6182" y="1374"/>
                    <a:pt x="4798" y="0"/>
                    <a:pt x="3091" y="0"/>
                  </a:cubicBezTo>
                  <a:cubicBezTo>
                    <a:pt x="1384" y="0"/>
                    <a:pt x="0" y="1374"/>
                    <a:pt x="0" y="3070"/>
                  </a:cubicBezTo>
                  <a:cubicBezTo>
                    <a:pt x="0" y="4765"/>
                    <a:pt x="1384" y="6139"/>
                    <a:pt x="3091" y="61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1" name="Google Shape;531;p12"/>
            <p:cNvSpPr/>
            <p:nvPr/>
          </p:nvSpPr>
          <p:spPr>
            <a:xfrm>
              <a:off x="4032705" y="2969468"/>
              <a:ext cx="52578" cy="52578"/>
            </a:xfrm>
            <a:custGeom>
              <a:rect b="b" l="l" r="r" t="t"/>
              <a:pathLst>
                <a:path extrusionOk="0" h="6278" w="6278">
                  <a:moveTo>
                    <a:pt x="6279" y="3139"/>
                  </a:moveTo>
                  <a:cubicBezTo>
                    <a:pt x="6279" y="4873"/>
                    <a:pt x="4873" y="6279"/>
                    <a:pt x="3139" y="6279"/>
                  </a:cubicBezTo>
                  <a:cubicBezTo>
                    <a:pt x="1406" y="6279"/>
                    <a:pt x="0" y="4873"/>
                    <a:pt x="0" y="3139"/>
                  </a:cubicBezTo>
                  <a:cubicBezTo>
                    <a:pt x="0" y="1406"/>
                    <a:pt x="1406" y="0"/>
                    <a:pt x="3139" y="0"/>
                  </a:cubicBezTo>
                  <a:cubicBezTo>
                    <a:pt x="4873" y="0"/>
                    <a:pt x="6279" y="1406"/>
                    <a:pt x="6279" y="31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2" name="Google Shape;532;p12"/>
            <p:cNvSpPr/>
            <p:nvPr/>
          </p:nvSpPr>
          <p:spPr>
            <a:xfrm>
              <a:off x="3928719" y="2819570"/>
              <a:ext cx="52578" cy="52578"/>
            </a:xfrm>
            <a:custGeom>
              <a:rect b="b" l="l" r="r" t="t"/>
              <a:pathLst>
                <a:path extrusionOk="0" h="6278" w="6278">
                  <a:moveTo>
                    <a:pt x="6279" y="3139"/>
                  </a:moveTo>
                  <a:cubicBezTo>
                    <a:pt x="6279" y="4873"/>
                    <a:pt x="4873" y="6279"/>
                    <a:pt x="3139" y="6279"/>
                  </a:cubicBezTo>
                  <a:cubicBezTo>
                    <a:pt x="1406" y="6279"/>
                    <a:pt x="0" y="4873"/>
                    <a:pt x="0" y="3139"/>
                  </a:cubicBezTo>
                  <a:cubicBezTo>
                    <a:pt x="0" y="1406"/>
                    <a:pt x="1406" y="0"/>
                    <a:pt x="3139" y="0"/>
                  </a:cubicBezTo>
                  <a:cubicBezTo>
                    <a:pt x="4873" y="0"/>
                    <a:pt x="6279" y="1406"/>
                    <a:pt x="6279" y="31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3" name="Google Shape;533;p12"/>
            <p:cNvSpPr/>
            <p:nvPr/>
          </p:nvSpPr>
          <p:spPr>
            <a:xfrm>
              <a:off x="3832451" y="2664671"/>
              <a:ext cx="52578" cy="52578"/>
            </a:xfrm>
            <a:custGeom>
              <a:rect b="b" l="l" r="r" t="t"/>
              <a:pathLst>
                <a:path extrusionOk="0" h="6278" w="6278">
                  <a:moveTo>
                    <a:pt x="6279" y="3139"/>
                  </a:moveTo>
                  <a:cubicBezTo>
                    <a:pt x="6279" y="4873"/>
                    <a:pt x="4873" y="6279"/>
                    <a:pt x="3139" y="6279"/>
                  </a:cubicBezTo>
                  <a:cubicBezTo>
                    <a:pt x="1406" y="6279"/>
                    <a:pt x="0" y="4873"/>
                    <a:pt x="0" y="3139"/>
                  </a:cubicBezTo>
                  <a:cubicBezTo>
                    <a:pt x="0" y="1406"/>
                    <a:pt x="1406" y="0"/>
                    <a:pt x="3139" y="0"/>
                  </a:cubicBezTo>
                  <a:cubicBezTo>
                    <a:pt x="4873" y="0"/>
                    <a:pt x="6279" y="1406"/>
                    <a:pt x="6279" y="31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4" name="Google Shape;534;p12"/>
            <p:cNvSpPr/>
            <p:nvPr/>
          </p:nvSpPr>
          <p:spPr>
            <a:xfrm>
              <a:off x="3743736" y="2504953"/>
              <a:ext cx="53399" cy="53022"/>
            </a:xfrm>
            <a:custGeom>
              <a:rect b="b" l="l" r="r" t="t"/>
              <a:pathLst>
                <a:path extrusionOk="0" h="6331" w="6376">
                  <a:moveTo>
                    <a:pt x="3188" y="6331"/>
                  </a:moveTo>
                  <a:cubicBezTo>
                    <a:pt x="4949" y="6331"/>
                    <a:pt x="6376" y="4914"/>
                    <a:pt x="6376" y="3166"/>
                  </a:cubicBezTo>
                  <a:cubicBezTo>
                    <a:pt x="6376" y="1417"/>
                    <a:pt x="4949" y="0"/>
                    <a:pt x="3188" y="0"/>
                  </a:cubicBezTo>
                  <a:cubicBezTo>
                    <a:pt x="1428" y="0"/>
                    <a:pt x="0" y="1417"/>
                    <a:pt x="0" y="3166"/>
                  </a:cubicBezTo>
                  <a:cubicBezTo>
                    <a:pt x="0" y="4914"/>
                    <a:pt x="1428" y="6331"/>
                    <a:pt x="3188" y="63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5" name="Google Shape;535;p12"/>
            <p:cNvSpPr/>
            <p:nvPr/>
          </p:nvSpPr>
          <p:spPr>
            <a:xfrm>
              <a:off x="3663616" y="2341248"/>
              <a:ext cx="53399" cy="53014"/>
            </a:xfrm>
            <a:custGeom>
              <a:rect b="b" l="l" r="r" t="t"/>
              <a:pathLst>
                <a:path extrusionOk="0" h="6330" w="6376">
                  <a:moveTo>
                    <a:pt x="3188" y="6330"/>
                  </a:moveTo>
                  <a:cubicBezTo>
                    <a:pt x="4948" y="6330"/>
                    <a:pt x="6376" y="4913"/>
                    <a:pt x="6376" y="3165"/>
                  </a:cubicBezTo>
                  <a:cubicBezTo>
                    <a:pt x="6376" y="1417"/>
                    <a:pt x="4948" y="0"/>
                    <a:pt x="3188" y="0"/>
                  </a:cubicBezTo>
                  <a:cubicBezTo>
                    <a:pt x="1428" y="0"/>
                    <a:pt x="0" y="1417"/>
                    <a:pt x="0" y="3165"/>
                  </a:cubicBezTo>
                  <a:cubicBezTo>
                    <a:pt x="0" y="4913"/>
                    <a:pt x="1428" y="6330"/>
                    <a:pt x="3188" y="63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6" name="Google Shape;536;p12"/>
            <p:cNvSpPr/>
            <p:nvPr/>
          </p:nvSpPr>
          <p:spPr>
            <a:xfrm>
              <a:off x="3591882" y="2173757"/>
              <a:ext cx="53399" cy="53022"/>
            </a:xfrm>
            <a:custGeom>
              <a:rect b="b" l="l" r="r" t="t"/>
              <a:pathLst>
                <a:path extrusionOk="0" h="6331" w="6376">
                  <a:moveTo>
                    <a:pt x="3188" y="6331"/>
                  </a:moveTo>
                  <a:cubicBezTo>
                    <a:pt x="4949" y="6331"/>
                    <a:pt x="6376" y="4914"/>
                    <a:pt x="6376" y="3165"/>
                  </a:cubicBezTo>
                  <a:cubicBezTo>
                    <a:pt x="6376" y="1417"/>
                    <a:pt x="4949" y="0"/>
                    <a:pt x="3188" y="0"/>
                  </a:cubicBezTo>
                  <a:cubicBezTo>
                    <a:pt x="1428" y="0"/>
                    <a:pt x="0" y="1417"/>
                    <a:pt x="0" y="3165"/>
                  </a:cubicBezTo>
                  <a:cubicBezTo>
                    <a:pt x="0" y="4914"/>
                    <a:pt x="1428" y="6331"/>
                    <a:pt x="3188" y="63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7" name="Google Shape;537;p12"/>
            <p:cNvSpPr/>
            <p:nvPr/>
          </p:nvSpPr>
          <p:spPr>
            <a:xfrm>
              <a:off x="3528706" y="2002883"/>
              <a:ext cx="53399" cy="53022"/>
            </a:xfrm>
            <a:custGeom>
              <a:rect b="b" l="l" r="r" t="t"/>
              <a:pathLst>
                <a:path extrusionOk="0" h="6331" w="6376">
                  <a:moveTo>
                    <a:pt x="3188" y="6331"/>
                  </a:moveTo>
                  <a:cubicBezTo>
                    <a:pt x="4948" y="6331"/>
                    <a:pt x="6376" y="4914"/>
                    <a:pt x="6376" y="3165"/>
                  </a:cubicBezTo>
                  <a:cubicBezTo>
                    <a:pt x="6376" y="1417"/>
                    <a:pt x="4948" y="0"/>
                    <a:pt x="3188" y="0"/>
                  </a:cubicBezTo>
                  <a:cubicBezTo>
                    <a:pt x="1427" y="0"/>
                    <a:pt x="0" y="1417"/>
                    <a:pt x="0" y="3165"/>
                  </a:cubicBezTo>
                  <a:cubicBezTo>
                    <a:pt x="0" y="4914"/>
                    <a:pt x="1427" y="6331"/>
                    <a:pt x="3188" y="63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8" name="Google Shape;538;p12"/>
            <p:cNvSpPr/>
            <p:nvPr/>
          </p:nvSpPr>
          <p:spPr>
            <a:xfrm>
              <a:off x="3474262" y="1829083"/>
              <a:ext cx="53391" cy="53022"/>
            </a:xfrm>
            <a:custGeom>
              <a:rect b="b" l="l" r="r" t="t"/>
              <a:pathLst>
                <a:path extrusionOk="0" h="6331" w="6375">
                  <a:moveTo>
                    <a:pt x="3187" y="6331"/>
                  </a:moveTo>
                  <a:cubicBezTo>
                    <a:pt x="4948" y="6331"/>
                    <a:pt x="6375" y="4914"/>
                    <a:pt x="6375" y="3165"/>
                  </a:cubicBezTo>
                  <a:cubicBezTo>
                    <a:pt x="6375" y="1417"/>
                    <a:pt x="4948" y="0"/>
                    <a:pt x="3187" y="0"/>
                  </a:cubicBezTo>
                  <a:cubicBezTo>
                    <a:pt x="1427" y="0"/>
                    <a:pt x="0" y="1417"/>
                    <a:pt x="0" y="3165"/>
                  </a:cubicBezTo>
                  <a:cubicBezTo>
                    <a:pt x="0" y="4914"/>
                    <a:pt x="1427" y="6331"/>
                    <a:pt x="3187" y="63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39" name="Google Shape;539;p12"/>
            <p:cNvSpPr/>
            <p:nvPr/>
          </p:nvSpPr>
          <p:spPr>
            <a:xfrm>
              <a:off x="3428268" y="1652384"/>
              <a:ext cx="54203" cy="53818"/>
            </a:xfrm>
            <a:custGeom>
              <a:rect b="b" l="l" r="r" t="t"/>
              <a:pathLst>
                <a:path extrusionOk="0" h="6426" w="6472">
                  <a:moveTo>
                    <a:pt x="3236" y="6426"/>
                  </a:moveTo>
                  <a:cubicBezTo>
                    <a:pt x="5023" y="6426"/>
                    <a:pt x="6472" y="4988"/>
                    <a:pt x="6472" y="3214"/>
                  </a:cubicBezTo>
                  <a:cubicBezTo>
                    <a:pt x="6472" y="1438"/>
                    <a:pt x="5023" y="0"/>
                    <a:pt x="3236" y="0"/>
                  </a:cubicBezTo>
                  <a:cubicBezTo>
                    <a:pt x="1449" y="0"/>
                    <a:pt x="0" y="1438"/>
                    <a:pt x="0" y="3214"/>
                  </a:cubicBezTo>
                  <a:cubicBezTo>
                    <a:pt x="0" y="4988"/>
                    <a:pt x="1449" y="6426"/>
                    <a:pt x="3236" y="64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0" name="Google Shape;540;p12"/>
            <p:cNvSpPr/>
            <p:nvPr/>
          </p:nvSpPr>
          <p:spPr>
            <a:xfrm>
              <a:off x="3391665" y="1474040"/>
              <a:ext cx="54203" cy="53818"/>
            </a:xfrm>
            <a:custGeom>
              <a:rect b="b" l="l" r="r" t="t"/>
              <a:pathLst>
                <a:path extrusionOk="0" h="6426" w="6472">
                  <a:moveTo>
                    <a:pt x="3236" y="6426"/>
                  </a:moveTo>
                  <a:cubicBezTo>
                    <a:pt x="5023" y="6426"/>
                    <a:pt x="6472" y="4988"/>
                    <a:pt x="6472" y="3213"/>
                  </a:cubicBezTo>
                  <a:cubicBezTo>
                    <a:pt x="6472" y="1438"/>
                    <a:pt x="5023" y="0"/>
                    <a:pt x="3236" y="0"/>
                  </a:cubicBezTo>
                  <a:cubicBezTo>
                    <a:pt x="1449" y="0"/>
                    <a:pt x="0" y="1438"/>
                    <a:pt x="0" y="3213"/>
                  </a:cubicBezTo>
                  <a:cubicBezTo>
                    <a:pt x="0" y="4988"/>
                    <a:pt x="1449" y="6426"/>
                    <a:pt x="3236" y="64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1" name="Google Shape;541;p12"/>
            <p:cNvSpPr/>
            <p:nvPr/>
          </p:nvSpPr>
          <p:spPr>
            <a:xfrm>
              <a:off x="3364123" y="1294086"/>
              <a:ext cx="54203" cy="53818"/>
            </a:xfrm>
            <a:custGeom>
              <a:rect b="b" l="l" r="r" t="t"/>
              <a:pathLst>
                <a:path extrusionOk="0" h="6426" w="6472">
                  <a:moveTo>
                    <a:pt x="3236" y="6426"/>
                  </a:moveTo>
                  <a:cubicBezTo>
                    <a:pt x="5023" y="6426"/>
                    <a:pt x="6472" y="4988"/>
                    <a:pt x="6472" y="3213"/>
                  </a:cubicBezTo>
                  <a:cubicBezTo>
                    <a:pt x="6472" y="1438"/>
                    <a:pt x="5023" y="0"/>
                    <a:pt x="3236" y="0"/>
                  </a:cubicBezTo>
                  <a:cubicBezTo>
                    <a:pt x="1449" y="0"/>
                    <a:pt x="0" y="1438"/>
                    <a:pt x="0" y="3213"/>
                  </a:cubicBezTo>
                  <a:cubicBezTo>
                    <a:pt x="0" y="4988"/>
                    <a:pt x="1449" y="6426"/>
                    <a:pt x="3236" y="64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2" name="Google Shape;542;p12"/>
            <p:cNvSpPr/>
            <p:nvPr/>
          </p:nvSpPr>
          <p:spPr>
            <a:xfrm>
              <a:off x="3345323" y="1112587"/>
              <a:ext cx="55007" cy="54622"/>
            </a:xfrm>
            <a:custGeom>
              <a:rect b="b" l="l" r="r" t="t"/>
              <a:pathLst>
                <a:path extrusionOk="0" h="6522" w="6568">
                  <a:moveTo>
                    <a:pt x="3284" y="6523"/>
                  </a:moveTo>
                  <a:cubicBezTo>
                    <a:pt x="5099" y="6523"/>
                    <a:pt x="6568" y="5063"/>
                    <a:pt x="6568" y="3261"/>
                  </a:cubicBezTo>
                  <a:cubicBezTo>
                    <a:pt x="6568" y="1460"/>
                    <a:pt x="5099" y="0"/>
                    <a:pt x="3284" y="0"/>
                  </a:cubicBezTo>
                  <a:cubicBezTo>
                    <a:pt x="1471" y="0"/>
                    <a:pt x="0" y="1460"/>
                    <a:pt x="0" y="3261"/>
                  </a:cubicBezTo>
                  <a:cubicBezTo>
                    <a:pt x="0" y="5063"/>
                    <a:pt x="1471" y="6523"/>
                    <a:pt x="3284" y="652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3" name="Google Shape;543;p12"/>
            <p:cNvSpPr/>
            <p:nvPr/>
          </p:nvSpPr>
          <p:spPr>
            <a:xfrm>
              <a:off x="3335712" y="930392"/>
              <a:ext cx="55819" cy="55426"/>
            </a:xfrm>
            <a:custGeom>
              <a:rect b="b" l="l" r="r" t="t"/>
              <a:pathLst>
                <a:path extrusionOk="0" h="6618" w="6665">
                  <a:moveTo>
                    <a:pt x="3333" y="6619"/>
                  </a:moveTo>
                  <a:cubicBezTo>
                    <a:pt x="5173" y="6619"/>
                    <a:pt x="6666" y="5138"/>
                    <a:pt x="6666" y="3310"/>
                  </a:cubicBezTo>
                  <a:cubicBezTo>
                    <a:pt x="6666" y="1482"/>
                    <a:pt x="5173" y="0"/>
                    <a:pt x="3333" y="0"/>
                  </a:cubicBezTo>
                  <a:cubicBezTo>
                    <a:pt x="1492" y="0"/>
                    <a:pt x="0" y="1482"/>
                    <a:pt x="0" y="3310"/>
                  </a:cubicBezTo>
                  <a:cubicBezTo>
                    <a:pt x="0" y="5138"/>
                    <a:pt x="1492" y="6619"/>
                    <a:pt x="3333" y="661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4" name="Google Shape;544;p12"/>
            <p:cNvSpPr/>
            <p:nvPr/>
          </p:nvSpPr>
          <p:spPr>
            <a:xfrm>
              <a:off x="3334899" y="747576"/>
              <a:ext cx="57436" cy="57034"/>
            </a:xfrm>
            <a:custGeom>
              <a:rect b="b" l="l" r="r" t="t"/>
              <a:pathLst>
                <a:path extrusionOk="0" h="6810" w="6858">
                  <a:moveTo>
                    <a:pt x="3430" y="6810"/>
                  </a:moveTo>
                  <a:cubicBezTo>
                    <a:pt x="5324" y="6810"/>
                    <a:pt x="6859" y="5286"/>
                    <a:pt x="6859" y="3405"/>
                  </a:cubicBezTo>
                  <a:cubicBezTo>
                    <a:pt x="6859" y="1525"/>
                    <a:pt x="5324" y="0"/>
                    <a:pt x="3430" y="0"/>
                  </a:cubicBezTo>
                  <a:cubicBezTo>
                    <a:pt x="1535" y="0"/>
                    <a:pt x="0" y="1525"/>
                    <a:pt x="0" y="3405"/>
                  </a:cubicBezTo>
                  <a:cubicBezTo>
                    <a:pt x="0" y="5286"/>
                    <a:pt x="1535" y="6810"/>
                    <a:pt x="3430" y="68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5" name="Google Shape;545;p12"/>
            <p:cNvSpPr/>
            <p:nvPr/>
          </p:nvSpPr>
          <p:spPr>
            <a:xfrm>
              <a:off x="3342086" y="563563"/>
              <a:ext cx="61481" cy="61481"/>
            </a:xfrm>
            <a:custGeom>
              <a:rect b="b" l="l" r="r" t="t"/>
              <a:pathLst>
                <a:path extrusionOk="0" h="7341" w="7341">
                  <a:moveTo>
                    <a:pt x="7342" y="3671"/>
                  </a:moveTo>
                  <a:cubicBezTo>
                    <a:pt x="7342" y="5698"/>
                    <a:pt x="5698" y="7342"/>
                    <a:pt x="3671" y="7342"/>
                  </a:cubicBezTo>
                  <a:cubicBezTo>
                    <a:pt x="1644" y="7342"/>
                    <a:pt x="0" y="5698"/>
                    <a:pt x="0" y="3671"/>
                  </a:cubicBezTo>
                  <a:cubicBezTo>
                    <a:pt x="0" y="1644"/>
                    <a:pt x="1644" y="0"/>
                    <a:pt x="3671" y="0"/>
                  </a:cubicBezTo>
                  <a:cubicBezTo>
                    <a:pt x="5698" y="0"/>
                    <a:pt x="7342" y="1644"/>
                    <a:pt x="7342" y="36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6" name="Google Shape;546;p12"/>
            <p:cNvSpPr/>
            <p:nvPr/>
          </p:nvSpPr>
          <p:spPr>
            <a:xfrm>
              <a:off x="3358051" y="380042"/>
              <a:ext cx="66330" cy="66330"/>
            </a:xfrm>
            <a:custGeom>
              <a:rect b="b" l="l" r="r" t="t"/>
              <a:pathLst>
                <a:path extrusionOk="0" h="7920" w="7920">
                  <a:moveTo>
                    <a:pt x="7921" y="3960"/>
                  </a:moveTo>
                  <a:cubicBezTo>
                    <a:pt x="7921" y="6148"/>
                    <a:pt x="6148" y="7921"/>
                    <a:pt x="3960" y="7921"/>
                  </a:cubicBezTo>
                  <a:cubicBezTo>
                    <a:pt x="1773" y="7921"/>
                    <a:pt x="0" y="6148"/>
                    <a:pt x="0" y="3960"/>
                  </a:cubicBezTo>
                  <a:cubicBezTo>
                    <a:pt x="0" y="1773"/>
                    <a:pt x="1773" y="0"/>
                    <a:pt x="3960" y="0"/>
                  </a:cubicBezTo>
                  <a:cubicBezTo>
                    <a:pt x="6148" y="0"/>
                    <a:pt x="7921" y="1773"/>
                    <a:pt x="7921" y="396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7" name="Google Shape;547;p12"/>
            <p:cNvSpPr/>
            <p:nvPr/>
          </p:nvSpPr>
          <p:spPr>
            <a:xfrm>
              <a:off x="3383965" y="198717"/>
              <a:ext cx="69571" cy="69085"/>
            </a:xfrm>
            <a:custGeom>
              <a:rect b="b" l="l" r="r" t="t"/>
              <a:pathLst>
                <a:path extrusionOk="0" h="8249" w="8307">
                  <a:moveTo>
                    <a:pt x="4154" y="8250"/>
                  </a:moveTo>
                  <a:cubicBezTo>
                    <a:pt x="6448" y="8250"/>
                    <a:pt x="8308" y="6403"/>
                    <a:pt x="8308" y="4125"/>
                  </a:cubicBezTo>
                  <a:cubicBezTo>
                    <a:pt x="8308" y="1847"/>
                    <a:pt x="6448" y="0"/>
                    <a:pt x="4154" y="0"/>
                  </a:cubicBezTo>
                  <a:cubicBezTo>
                    <a:pt x="1860" y="0"/>
                    <a:pt x="0" y="1847"/>
                    <a:pt x="0" y="4125"/>
                  </a:cubicBezTo>
                  <a:cubicBezTo>
                    <a:pt x="0" y="6403"/>
                    <a:pt x="1860" y="8250"/>
                    <a:pt x="4154" y="825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8" name="Google Shape;548;p12"/>
            <p:cNvSpPr/>
            <p:nvPr/>
          </p:nvSpPr>
          <p:spPr>
            <a:xfrm>
              <a:off x="3419773" y="19568"/>
              <a:ext cx="71196" cy="70702"/>
            </a:xfrm>
            <a:custGeom>
              <a:rect b="b" l="l" r="r" t="t"/>
              <a:pathLst>
                <a:path extrusionOk="0" h="8442" w="8501">
                  <a:moveTo>
                    <a:pt x="4250" y="8442"/>
                  </a:moveTo>
                  <a:cubicBezTo>
                    <a:pt x="6598" y="8442"/>
                    <a:pt x="8501" y="6552"/>
                    <a:pt x="8501" y="4222"/>
                  </a:cubicBezTo>
                  <a:cubicBezTo>
                    <a:pt x="8501" y="1890"/>
                    <a:pt x="6598" y="0"/>
                    <a:pt x="4250" y="0"/>
                  </a:cubicBezTo>
                  <a:cubicBezTo>
                    <a:pt x="1903" y="0"/>
                    <a:pt x="0" y="1890"/>
                    <a:pt x="0" y="4222"/>
                  </a:cubicBezTo>
                  <a:cubicBezTo>
                    <a:pt x="0" y="6552"/>
                    <a:pt x="1903" y="8442"/>
                    <a:pt x="4250" y="844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49" name="Google Shape;549;p12"/>
            <p:cNvSpPr/>
            <p:nvPr/>
          </p:nvSpPr>
          <p:spPr>
            <a:xfrm>
              <a:off x="6905740" y="4620298"/>
              <a:ext cx="24271" cy="24086"/>
            </a:xfrm>
            <a:custGeom>
              <a:rect b="b" l="l" r="r" t="t"/>
              <a:pathLst>
                <a:path extrusionOk="0" h="2876" w="2898">
                  <a:moveTo>
                    <a:pt x="1450" y="2877"/>
                  </a:moveTo>
                  <a:cubicBezTo>
                    <a:pt x="2250" y="2877"/>
                    <a:pt x="2898" y="2229"/>
                    <a:pt x="2898" y="1438"/>
                  </a:cubicBezTo>
                  <a:cubicBezTo>
                    <a:pt x="2898" y="648"/>
                    <a:pt x="2250" y="0"/>
                    <a:pt x="1450" y="0"/>
                  </a:cubicBezTo>
                  <a:cubicBezTo>
                    <a:pt x="649" y="0"/>
                    <a:pt x="0" y="648"/>
                    <a:pt x="0" y="1438"/>
                  </a:cubicBezTo>
                  <a:cubicBezTo>
                    <a:pt x="0" y="2229"/>
                    <a:pt x="649" y="2877"/>
                    <a:pt x="1450" y="287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>
              <a:off x="6717401" y="4606253"/>
              <a:ext cx="34781" cy="34539"/>
            </a:xfrm>
            <a:custGeom>
              <a:rect b="b" l="l" r="r" t="t"/>
              <a:pathLst>
                <a:path extrusionOk="0" h="4124" w="4153">
                  <a:moveTo>
                    <a:pt x="2076" y="4124"/>
                  </a:moveTo>
                  <a:cubicBezTo>
                    <a:pt x="3224" y="4124"/>
                    <a:pt x="4154" y="3200"/>
                    <a:pt x="4154" y="2067"/>
                  </a:cubicBezTo>
                  <a:cubicBezTo>
                    <a:pt x="4154" y="924"/>
                    <a:pt x="3224" y="0"/>
                    <a:pt x="2076" y="0"/>
                  </a:cubicBezTo>
                  <a:cubicBezTo>
                    <a:pt x="930" y="0"/>
                    <a:pt x="0" y="924"/>
                    <a:pt x="0" y="2067"/>
                  </a:cubicBezTo>
                  <a:cubicBezTo>
                    <a:pt x="0" y="3200"/>
                    <a:pt x="930" y="4124"/>
                    <a:pt x="2076" y="412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1" name="Google Shape;551;p12"/>
            <p:cNvSpPr/>
            <p:nvPr/>
          </p:nvSpPr>
          <p:spPr>
            <a:xfrm>
              <a:off x="6530096" y="4583923"/>
              <a:ext cx="44496" cy="44186"/>
            </a:xfrm>
            <a:custGeom>
              <a:rect b="b" l="l" r="r" t="t"/>
              <a:pathLst>
                <a:path extrusionOk="0" h="5276" w="5313">
                  <a:moveTo>
                    <a:pt x="2657" y="5277"/>
                  </a:moveTo>
                  <a:cubicBezTo>
                    <a:pt x="4124" y="5277"/>
                    <a:pt x="5313" y="4096"/>
                    <a:pt x="5313" y="2638"/>
                  </a:cubicBezTo>
                  <a:cubicBezTo>
                    <a:pt x="5313" y="1181"/>
                    <a:pt x="4124" y="0"/>
                    <a:pt x="2657" y="0"/>
                  </a:cubicBezTo>
                  <a:cubicBezTo>
                    <a:pt x="1190" y="0"/>
                    <a:pt x="0" y="1181"/>
                    <a:pt x="0" y="2638"/>
                  </a:cubicBezTo>
                  <a:cubicBezTo>
                    <a:pt x="0" y="4096"/>
                    <a:pt x="1190" y="5277"/>
                    <a:pt x="2657" y="527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2" name="Google Shape;552;p12"/>
            <p:cNvSpPr/>
            <p:nvPr/>
          </p:nvSpPr>
          <p:spPr>
            <a:xfrm>
              <a:off x="6345478" y="4554406"/>
              <a:ext cx="50962" cy="50568"/>
            </a:xfrm>
            <a:custGeom>
              <a:rect b="b" l="l" r="r" t="t"/>
              <a:pathLst>
                <a:path extrusionOk="0" h="6038" w="6085">
                  <a:moveTo>
                    <a:pt x="3042" y="6039"/>
                  </a:moveTo>
                  <a:cubicBezTo>
                    <a:pt x="4723" y="6039"/>
                    <a:pt x="6086" y="4686"/>
                    <a:pt x="6086" y="3019"/>
                  </a:cubicBezTo>
                  <a:cubicBezTo>
                    <a:pt x="6086" y="1353"/>
                    <a:pt x="4723" y="0"/>
                    <a:pt x="3042" y="0"/>
                  </a:cubicBezTo>
                  <a:cubicBezTo>
                    <a:pt x="1362" y="0"/>
                    <a:pt x="0" y="1353"/>
                    <a:pt x="0" y="3019"/>
                  </a:cubicBezTo>
                  <a:cubicBezTo>
                    <a:pt x="0" y="4686"/>
                    <a:pt x="1362" y="6039"/>
                    <a:pt x="3042" y="60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3" name="Google Shape;553;p12"/>
            <p:cNvSpPr/>
            <p:nvPr/>
          </p:nvSpPr>
          <p:spPr>
            <a:xfrm>
              <a:off x="6164381" y="4518059"/>
              <a:ext cx="53399" cy="53399"/>
            </a:xfrm>
            <a:custGeom>
              <a:rect b="b" l="l" r="r" t="t"/>
              <a:pathLst>
                <a:path extrusionOk="0" h="6376" w="6376">
                  <a:moveTo>
                    <a:pt x="6376" y="3188"/>
                  </a:moveTo>
                  <a:cubicBezTo>
                    <a:pt x="6376" y="4949"/>
                    <a:pt x="4949" y="6376"/>
                    <a:pt x="3188" y="6376"/>
                  </a:cubicBezTo>
                  <a:cubicBezTo>
                    <a:pt x="1427" y="6376"/>
                    <a:pt x="0" y="4949"/>
                    <a:pt x="0" y="3188"/>
                  </a:cubicBezTo>
                  <a:cubicBezTo>
                    <a:pt x="0" y="1427"/>
                    <a:pt x="1427" y="0"/>
                    <a:pt x="3188" y="0"/>
                  </a:cubicBezTo>
                  <a:cubicBezTo>
                    <a:pt x="4949" y="0"/>
                    <a:pt x="6376" y="1427"/>
                    <a:pt x="6376" y="31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4" name="Google Shape;554;p12"/>
            <p:cNvSpPr/>
            <p:nvPr/>
          </p:nvSpPr>
          <p:spPr>
            <a:xfrm>
              <a:off x="5987207" y="4475430"/>
              <a:ext cx="51774" cy="51448"/>
            </a:xfrm>
            <a:custGeom>
              <a:rect b="b" l="l" r="r" t="t"/>
              <a:pathLst>
                <a:path extrusionOk="0" h="6143" w="6182">
                  <a:moveTo>
                    <a:pt x="3092" y="6144"/>
                  </a:moveTo>
                  <a:cubicBezTo>
                    <a:pt x="4799" y="6144"/>
                    <a:pt x="6183" y="4763"/>
                    <a:pt x="6183" y="3067"/>
                  </a:cubicBezTo>
                  <a:cubicBezTo>
                    <a:pt x="6183" y="1372"/>
                    <a:pt x="4799" y="0"/>
                    <a:pt x="3092" y="0"/>
                  </a:cubicBezTo>
                  <a:cubicBezTo>
                    <a:pt x="1384" y="0"/>
                    <a:pt x="0" y="1372"/>
                    <a:pt x="0" y="3067"/>
                  </a:cubicBezTo>
                  <a:cubicBezTo>
                    <a:pt x="0" y="4763"/>
                    <a:pt x="1384" y="6144"/>
                    <a:pt x="3092" y="6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5" name="Google Shape;555;p12"/>
            <p:cNvSpPr/>
            <p:nvPr/>
          </p:nvSpPr>
          <p:spPr>
            <a:xfrm>
              <a:off x="5814395" y="4426217"/>
              <a:ext cx="46113" cy="45786"/>
            </a:xfrm>
            <a:custGeom>
              <a:rect b="b" l="l" r="r" t="t"/>
              <a:pathLst>
                <a:path extrusionOk="0" h="5467" w="5506">
                  <a:moveTo>
                    <a:pt x="2753" y="5467"/>
                  </a:moveTo>
                  <a:cubicBezTo>
                    <a:pt x="4273" y="5467"/>
                    <a:pt x="5506" y="4239"/>
                    <a:pt x="5506" y="2734"/>
                  </a:cubicBezTo>
                  <a:cubicBezTo>
                    <a:pt x="5506" y="1229"/>
                    <a:pt x="4273" y="0"/>
                    <a:pt x="2753" y="0"/>
                  </a:cubicBezTo>
                  <a:cubicBezTo>
                    <a:pt x="1233" y="0"/>
                    <a:pt x="0" y="1229"/>
                    <a:pt x="0" y="2734"/>
                  </a:cubicBezTo>
                  <a:cubicBezTo>
                    <a:pt x="0" y="4239"/>
                    <a:pt x="1233" y="5467"/>
                    <a:pt x="2753" y="54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6" name="Google Shape;556;p12"/>
            <p:cNvSpPr/>
            <p:nvPr/>
          </p:nvSpPr>
          <p:spPr>
            <a:xfrm>
              <a:off x="5645121" y="4369414"/>
              <a:ext cx="38835" cy="38525"/>
            </a:xfrm>
            <a:custGeom>
              <a:rect b="b" l="l" r="r" t="t"/>
              <a:pathLst>
                <a:path extrusionOk="0" h="4600" w="4637">
                  <a:moveTo>
                    <a:pt x="2319" y="4601"/>
                  </a:moveTo>
                  <a:cubicBezTo>
                    <a:pt x="3599" y="4601"/>
                    <a:pt x="4638" y="3572"/>
                    <a:pt x="4638" y="2305"/>
                  </a:cubicBezTo>
                  <a:cubicBezTo>
                    <a:pt x="4638" y="1029"/>
                    <a:pt x="3599" y="0"/>
                    <a:pt x="2319" y="0"/>
                  </a:cubicBezTo>
                  <a:cubicBezTo>
                    <a:pt x="1038" y="0"/>
                    <a:pt x="0" y="1029"/>
                    <a:pt x="0" y="2305"/>
                  </a:cubicBezTo>
                  <a:cubicBezTo>
                    <a:pt x="0" y="3572"/>
                    <a:pt x="1038" y="4601"/>
                    <a:pt x="2319" y="460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7" name="Google Shape;557;p12"/>
            <p:cNvSpPr/>
            <p:nvPr/>
          </p:nvSpPr>
          <p:spPr>
            <a:xfrm>
              <a:off x="5478581" y="4303998"/>
              <a:ext cx="32361" cy="32143"/>
            </a:xfrm>
            <a:custGeom>
              <a:rect b="b" l="l" r="r" t="t"/>
              <a:pathLst>
                <a:path extrusionOk="0" h="3838" w="3864">
                  <a:moveTo>
                    <a:pt x="1933" y="3839"/>
                  </a:moveTo>
                  <a:cubicBezTo>
                    <a:pt x="2999" y="3839"/>
                    <a:pt x="3864" y="2981"/>
                    <a:pt x="3864" y="1914"/>
                  </a:cubicBezTo>
                  <a:cubicBezTo>
                    <a:pt x="3864" y="857"/>
                    <a:pt x="2999" y="0"/>
                    <a:pt x="1933" y="0"/>
                  </a:cubicBezTo>
                  <a:cubicBezTo>
                    <a:pt x="866" y="0"/>
                    <a:pt x="0" y="857"/>
                    <a:pt x="0" y="1914"/>
                  </a:cubicBezTo>
                  <a:cubicBezTo>
                    <a:pt x="0" y="2981"/>
                    <a:pt x="866" y="3839"/>
                    <a:pt x="1933" y="38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8" name="Google Shape;558;p12"/>
            <p:cNvSpPr/>
            <p:nvPr/>
          </p:nvSpPr>
          <p:spPr>
            <a:xfrm>
              <a:off x="5314373" y="4229337"/>
              <a:ext cx="28307" cy="28073"/>
            </a:xfrm>
            <a:custGeom>
              <a:rect b="b" l="l" r="r" t="t"/>
              <a:pathLst>
                <a:path extrusionOk="0" h="3352" w="3380">
                  <a:moveTo>
                    <a:pt x="1690" y="3353"/>
                  </a:moveTo>
                  <a:cubicBezTo>
                    <a:pt x="2624" y="3353"/>
                    <a:pt x="3380" y="2600"/>
                    <a:pt x="3380" y="1676"/>
                  </a:cubicBezTo>
                  <a:cubicBezTo>
                    <a:pt x="3380" y="743"/>
                    <a:pt x="2624" y="0"/>
                    <a:pt x="1690" y="0"/>
                  </a:cubicBezTo>
                  <a:cubicBezTo>
                    <a:pt x="756" y="0"/>
                    <a:pt x="0" y="743"/>
                    <a:pt x="0" y="1676"/>
                  </a:cubicBezTo>
                  <a:cubicBezTo>
                    <a:pt x="0" y="2600"/>
                    <a:pt x="756" y="3353"/>
                    <a:pt x="1690" y="33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59" name="Google Shape;559;p12"/>
            <p:cNvSpPr/>
            <p:nvPr/>
          </p:nvSpPr>
          <p:spPr>
            <a:xfrm>
              <a:off x="5152881" y="4145487"/>
              <a:ext cx="26691" cy="26557"/>
            </a:xfrm>
            <a:custGeom>
              <a:rect b="b" l="l" r="r" t="t"/>
              <a:pathLst>
                <a:path extrusionOk="0" h="3171" w="3187">
                  <a:moveTo>
                    <a:pt x="1594" y="3172"/>
                  </a:moveTo>
                  <a:cubicBezTo>
                    <a:pt x="2475" y="3172"/>
                    <a:pt x="3188" y="2457"/>
                    <a:pt x="3188" y="1581"/>
                  </a:cubicBezTo>
                  <a:cubicBezTo>
                    <a:pt x="3188" y="714"/>
                    <a:pt x="2475" y="0"/>
                    <a:pt x="1594" y="0"/>
                  </a:cubicBezTo>
                  <a:cubicBezTo>
                    <a:pt x="713" y="0"/>
                    <a:pt x="0" y="714"/>
                    <a:pt x="0" y="1581"/>
                  </a:cubicBezTo>
                  <a:cubicBezTo>
                    <a:pt x="0" y="2457"/>
                    <a:pt x="713" y="3172"/>
                    <a:pt x="1594" y="31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0" name="Google Shape;560;p12"/>
            <p:cNvSpPr/>
            <p:nvPr/>
          </p:nvSpPr>
          <p:spPr>
            <a:xfrm>
              <a:off x="4994059" y="4052428"/>
              <a:ext cx="28316" cy="28123"/>
            </a:xfrm>
            <a:custGeom>
              <a:rect b="b" l="l" r="r" t="t"/>
              <a:pathLst>
                <a:path extrusionOk="0" h="3358" w="3381">
                  <a:moveTo>
                    <a:pt x="1691" y="3359"/>
                  </a:moveTo>
                  <a:cubicBezTo>
                    <a:pt x="2624" y="3359"/>
                    <a:pt x="3381" y="2606"/>
                    <a:pt x="3381" y="1682"/>
                  </a:cubicBezTo>
                  <a:cubicBezTo>
                    <a:pt x="3381" y="749"/>
                    <a:pt x="2624" y="0"/>
                    <a:pt x="1691" y="0"/>
                  </a:cubicBezTo>
                  <a:cubicBezTo>
                    <a:pt x="757" y="0"/>
                    <a:pt x="0" y="749"/>
                    <a:pt x="0" y="1682"/>
                  </a:cubicBezTo>
                  <a:cubicBezTo>
                    <a:pt x="0" y="2606"/>
                    <a:pt x="757" y="3359"/>
                    <a:pt x="1691" y="33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1" name="Google Shape;561;p12"/>
            <p:cNvSpPr/>
            <p:nvPr/>
          </p:nvSpPr>
          <p:spPr>
            <a:xfrm>
              <a:off x="4839526" y="3951469"/>
              <a:ext cx="30736" cy="30518"/>
            </a:xfrm>
            <a:custGeom>
              <a:rect b="b" l="l" r="r" t="t"/>
              <a:pathLst>
                <a:path extrusionOk="0" h="3645" w="3670">
                  <a:moveTo>
                    <a:pt x="1835" y="3645"/>
                  </a:moveTo>
                  <a:cubicBezTo>
                    <a:pt x="2850" y="3645"/>
                    <a:pt x="3671" y="2830"/>
                    <a:pt x="3671" y="1823"/>
                  </a:cubicBezTo>
                  <a:cubicBezTo>
                    <a:pt x="3671" y="816"/>
                    <a:pt x="2850" y="0"/>
                    <a:pt x="1835" y="0"/>
                  </a:cubicBezTo>
                  <a:cubicBezTo>
                    <a:pt x="822" y="0"/>
                    <a:pt x="0" y="816"/>
                    <a:pt x="0" y="1823"/>
                  </a:cubicBezTo>
                  <a:cubicBezTo>
                    <a:pt x="0" y="2830"/>
                    <a:pt x="822" y="3645"/>
                    <a:pt x="1835" y="36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2" name="Google Shape;562;p12"/>
            <p:cNvSpPr/>
            <p:nvPr/>
          </p:nvSpPr>
          <p:spPr>
            <a:xfrm>
              <a:off x="4689610" y="3842884"/>
              <a:ext cx="33969" cy="33735"/>
            </a:xfrm>
            <a:custGeom>
              <a:rect b="b" l="l" r="r" t="t"/>
              <a:pathLst>
                <a:path extrusionOk="0" h="4028" w="4056">
                  <a:moveTo>
                    <a:pt x="2029" y="4028"/>
                  </a:moveTo>
                  <a:cubicBezTo>
                    <a:pt x="3149" y="4028"/>
                    <a:pt x="4057" y="3126"/>
                    <a:pt x="4057" y="2014"/>
                  </a:cubicBezTo>
                  <a:cubicBezTo>
                    <a:pt x="4057" y="901"/>
                    <a:pt x="3149" y="0"/>
                    <a:pt x="2029" y="0"/>
                  </a:cubicBezTo>
                  <a:cubicBezTo>
                    <a:pt x="908" y="0"/>
                    <a:pt x="0" y="901"/>
                    <a:pt x="0" y="2014"/>
                  </a:cubicBezTo>
                  <a:cubicBezTo>
                    <a:pt x="0" y="3126"/>
                    <a:pt x="908" y="4028"/>
                    <a:pt x="2029" y="402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3" name="Google Shape;563;p12"/>
            <p:cNvSpPr/>
            <p:nvPr/>
          </p:nvSpPr>
          <p:spPr>
            <a:xfrm>
              <a:off x="4545473" y="3727707"/>
              <a:ext cx="36406" cy="36146"/>
            </a:xfrm>
            <a:custGeom>
              <a:rect b="b" l="l" r="r" t="t"/>
              <a:pathLst>
                <a:path extrusionOk="0" h="4316" w="4347">
                  <a:moveTo>
                    <a:pt x="2174" y="4317"/>
                  </a:moveTo>
                  <a:cubicBezTo>
                    <a:pt x="3374" y="4317"/>
                    <a:pt x="4347" y="3350"/>
                    <a:pt x="4347" y="2158"/>
                  </a:cubicBezTo>
                  <a:cubicBezTo>
                    <a:pt x="4347" y="966"/>
                    <a:pt x="3374" y="0"/>
                    <a:pt x="2174" y="0"/>
                  </a:cubicBezTo>
                  <a:cubicBezTo>
                    <a:pt x="973" y="0"/>
                    <a:pt x="0" y="966"/>
                    <a:pt x="0" y="2158"/>
                  </a:cubicBezTo>
                  <a:cubicBezTo>
                    <a:pt x="0" y="3350"/>
                    <a:pt x="973" y="4317"/>
                    <a:pt x="2174" y="431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4" name="Google Shape;564;p12"/>
            <p:cNvSpPr/>
            <p:nvPr/>
          </p:nvSpPr>
          <p:spPr>
            <a:xfrm>
              <a:off x="4407133" y="3605735"/>
              <a:ext cx="38693" cy="38693"/>
            </a:xfrm>
            <a:custGeom>
              <a:rect b="b" l="l" r="r" t="t"/>
              <a:pathLst>
                <a:path extrusionOk="0" h="4620" w="4620">
                  <a:moveTo>
                    <a:pt x="4621" y="2310"/>
                  </a:moveTo>
                  <a:cubicBezTo>
                    <a:pt x="4621" y="3586"/>
                    <a:pt x="3586" y="4621"/>
                    <a:pt x="2310" y="4621"/>
                  </a:cubicBezTo>
                  <a:cubicBezTo>
                    <a:pt x="1034" y="4621"/>
                    <a:pt x="0" y="3586"/>
                    <a:pt x="0" y="2310"/>
                  </a:cubicBezTo>
                  <a:cubicBezTo>
                    <a:pt x="0" y="1034"/>
                    <a:pt x="1034" y="0"/>
                    <a:pt x="2310" y="0"/>
                  </a:cubicBezTo>
                  <a:cubicBezTo>
                    <a:pt x="3586" y="0"/>
                    <a:pt x="4621" y="1034"/>
                    <a:pt x="4621" y="23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5" name="Google Shape;565;p12"/>
            <p:cNvSpPr/>
            <p:nvPr/>
          </p:nvSpPr>
          <p:spPr>
            <a:xfrm>
              <a:off x="4275487" y="3478249"/>
              <a:ext cx="39631" cy="39363"/>
            </a:xfrm>
            <a:custGeom>
              <a:rect b="b" l="l" r="r" t="t"/>
              <a:pathLst>
                <a:path extrusionOk="0" h="4700" w="4732">
                  <a:moveTo>
                    <a:pt x="2367" y="4701"/>
                  </a:moveTo>
                  <a:cubicBezTo>
                    <a:pt x="3674" y="4701"/>
                    <a:pt x="4733" y="3648"/>
                    <a:pt x="4733" y="2350"/>
                  </a:cubicBezTo>
                  <a:cubicBezTo>
                    <a:pt x="4733" y="1053"/>
                    <a:pt x="3674" y="0"/>
                    <a:pt x="2367" y="0"/>
                  </a:cubicBezTo>
                  <a:cubicBezTo>
                    <a:pt x="1059" y="0"/>
                    <a:pt x="0" y="1053"/>
                    <a:pt x="0" y="2350"/>
                  </a:cubicBezTo>
                  <a:cubicBezTo>
                    <a:pt x="0" y="3648"/>
                    <a:pt x="1059" y="4701"/>
                    <a:pt x="2367" y="470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6" name="Google Shape;566;p12"/>
            <p:cNvSpPr/>
            <p:nvPr/>
          </p:nvSpPr>
          <p:spPr>
            <a:xfrm>
              <a:off x="4150251" y="3344573"/>
              <a:ext cx="40451" cy="40158"/>
            </a:xfrm>
            <a:custGeom>
              <a:rect b="b" l="l" r="r" t="t"/>
              <a:pathLst>
                <a:path extrusionOk="0" h="4795" w="4830">
                  <a:moveTo>
                    <a:pt x="2415" y="4796"/>
                  </a:moveTo>
                  <a:cubicBezTo>
                    <a:pt x="3748" y="4796"/>
                    <a:pt x="4830" y="3722"/>
                    <a:pt x="4830" y="2397"/>
                  </a:cubicBezTo>
                  <a:cubicBezTo>
                    <a:pt x="4830" y="1073"/>
                    <a:pt x="3748" y="0"/>
                    <a:pt x="2415" y="0"/>
                  </a:cubicBezTo>
                  <a:cubicBezTo>
                    <a:pt x="1081" y="0"/>
                    <a:pt x="0" y="1073"/>
                    <a:pt x="0" y="2397"/>
                  </a:cubicBezTo>
                  <a:cubicBezTo>
                    <a:pt x="0" y="3722"/>
                    <a:pt x="1081" y="4796"/>
                    <a:pt x="2415" y="47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7" name="Google Shape;567;p12"/>
            <p:cNvSpPr/>
            <p:nvPr/>
          </p:nvSpPr>
          <p:spPr>
            <a:xfrm>
              <a:off x="4031644" y="3205045"/>
              <a:ext cx="41255" cy="40962"/>
            </a:xfrm>
            <a:custGeom>
              <a:rect b="b" l="l" r="r" t="t"/>
              <a:pathLst>
                <a:path extrusionOk="0" h="4891" w="4926">
                  <a:moveTo>
                    <a:pt x="2463" y="4892"/>
                  </a:moveTo>
                  <a:cubicBezTo>
                    <a:pt x="3823" y="4892"/>
                    <a:pt x="4926" y="3797"/>
                    <a:pt x="4926" y="2446"/>
                  </a:cubicBezTo>
                  <a:cubicBezTo>
                    <a:pt x="4926" y="1095"/>
                    <a:pt x="3823" y="0"/>
                    <a:pt x="2463" y="0"/>
                  </a:cubicBezTo>
                  <a:cubicBezTo>
                    <a:pt x="1102" y="0"/>
                    <a:pt x="0" y="1095"/>
                    <a:pt x="0" y="2446"/>
                  </a:cubicBezTo>
                  <a:cubicBezTo>
                    <a:pt x="0" y="3797"/>
                    <a:pt x="1102" y="4892"/>
                    <a:pt x="2463" y="48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8" name="Google Shape;568;p12"/>
            <p:cNvSpPr/>
            <p:nvPr/>
          </p:nvSpPr>
          <p:spPr>
            <a:xfrm>
              <a:off x="3919539" y="3059618"/>
              <a:ext cx="42872" cy="42578"/>
            </a:xfrm>
            <a:custGeom>
              <a:rect b="b" l="l" r="r" t="t"/>
              <a:pathLst>
                <a:path extrusionOk="0" h="5084" w="5119">
                  <a:moveTo>
                    <a:pt x="2559" y="5085"/>
                  </a:moveTo>
                  <a:cubicBezTo>
                    <a:pt x="3974" y="5085"/>
                    <a:pt x="5120" y="3946"/>
                    <a:pt x="5120" y="2542"/>
                  </a:cubicBezTo>
                  <a:cubicBezTo>
                    <a:pt x="5120" y="1138"/>
                    <a:pt x="3974" y="0"/>
                    <a:pt x="2559" y="0"/>
                  </a:cubicBezTo>
                  <a:cubicBezTo>
                    <a:pt x="1146" y="0"/>
                    <a:pt x="0" y="1138"/>
                    <a:pt x="0" y="2542"/>
                  </a:cubicBezTo>
                  <a:cubicBezTo>
                    <a:pt x="0" y="3946"/>
                    <a:pt x="1146" y="5085"/>
                    <a:pt x="2559" y="508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69" name="Google Shape;569;p12"/>
            <p:cNvSpPr/>
            <p:nvPr/>
          </p:nvSpPr>
          <p:spPr>
            <a:xfrm>
              <a:off x="3815004" y="2909410"/>
              <a:ext cx="43684" cy="43374"/>
            </a:xfrm>
            <a:custGeom>
              <a:rect b="b" l="l" r="r" t="t"/>
              <a:pathLst>
                <a:path extrusionOk="0" h="5179" w="5216">
                  <a:moveTo>
                    <a:pt x="2608" y="5180"/>
                  </a:moveTo>
                  <a:cubicBezTo>
                    <a:pt x="4049" y="5180"/>
                    <a:pt x="5217" y="4020"/>
                    <a:pt x="5217" y="2590"/>
                  </a:cubicBezTo>
                  <a:cubicBezTo>
                    <a:pt x="5217" y="1159"/>
                    <a:pt x="4049" y="0"/>
                    <a:pt x="2608" y="0"/>
                  </a:cubicBezTo>
                  <a:cubicBezTo>
                    <a:pt x="1168" y="0"/>
                    <a:pt x="0" y="1159"/>
                    <a:pt x="0" y="2590"/>
                  </a:cubicBezTo>
                  <a:cubicBezTo>
                    <a:pt x="0" y="4020"/>
                    <a:pt x="1168" y="5180"/>
                    <a:pt x="2608" y="51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0" name="Google Shape;570;p12"/>
            <p:cNvSpPr/>
            <p:nvPr/>
          </p:nvSpPr>
          <p:spPr>
            <a:xfrm>
              <a:off x="3717877" y="2754392"/>
              <a:ext cx="44496" cy="44178"/>
            </a:xfrm>
            <a:custGeom>
              <a:rect b="b" l="l" r="r" t="t"/>
              <a:pathLst>
                <a:path extrusionOk="0" h="5275" w="5313">
                  <a:moveTo>
                    <a:pt x="2657" y="5276"/>
                  </a:moveTo>
                  <a:cubicBezTo>
                    <a:pt x="4123" y="5276"/>
                    <a:pt x="5313" y="4095"/>
                    <a:pt x="5313" y="2638"/>
                  </a:cubicBezTo>
                  <a:cubicBezTo>
                    <a:pt x="5313" y="1181"/>
                    <a:pt x="4123" y="0"/>
                    <a:pt x="2657" y="0"/>
                  </a:cubicBezTo>
                  <a:cubicBezTo>
                    <a:pt x="1190" y="0"/>
                    <a:pt x="0" y="1181"/>
                    <a:pt x="0" y="2638"/>
                  </a:cubicBezTo>
                  <a:cubicBezTo>
                    <a:pt x="0" y="4095"/>
                    <a:pt x="1190" y="5276"/>
                    <a:pt x="2657" y="527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1" name="Google Shape;571;p12"/>
            <p:cNvSpPr/>
            <p:nvPr/>
          </p:nvSpPr>
          <p:spPr>
            <a:xfrm>
              <a:off x="3628384" y="2594920"/>
              <a:ext cx="45309" cy="44982"/>
            </a:xfrm>
            <a:custGeom>
              <a:rect b="b" l="l" r="r" t="t"/>
              <a:pathLst>
                <a:path extrusionOk="0" h="5371" w="5410">
                  <a:moveTo>
                    <a:pt x="2705" y="5371"/>
                  </a:moveTo>
                  <a:cubicBezTo>
                    <a:pt x="4199" y="5371"/>
                    <a:pt x="5410" y="4169"/>
                    <a:pt x="5410" y="2685"/>
                  </a:cubicBezTo>
                  <a:cubicBezTo>
                    <a:pt x="5410" y="1202"/>
                    <a:pt x="4199" y="0"/>
                    <a:pt x="2705" y="0"/>
                  </a:cubicBezTo>
                  <a:cubicBezTo>
                    <a:pt x="1212" y="0"/>
                    <a:pt x="0" y="1202"/>
                    <a:pt x="0" y="2685"/>
                  </a:cubicBezTo>
                  <a:cubicBezTo>
                    <a:pt x="0" y="4169"/>
                    <a:pt x="1212" y="5371"/>
                    <a:pt x="2705" y="53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2" name="Google Shape;572;p12"/>
            <p:cNvSpPr/>
            <p:nvPr/>
          </p:nvSpPr>
          <p:spPr>
            <a:xfrm>
              <a:off x="3547158" y="2431746"/>
              <a:ext cx="45300" cy="44982"/>
            </a:xfrm>
            <a:custGeom>
              <a:rect b="b" l="l" r="r" t="t"/>
              <a:pathLst>
                <a:path extrusionOk="0" h="5371" w="5409">
                  <a:moveTo>
                    <a:pt x="2704" y="5371"/>
                  </a:moveTo>
                  <a:cubicBezTo>
                    <a:pt x="4199" y="5371"/>
                    <a:pt x="5409" y="4169"/>
                    <a:pt x="5409" y="2686"/>
                  </a:cubicBezTo>
                  <a:cubicBezTo>
                    <a:pt x="5409" y="1202"/>
                    <a:pt x="4199" y="0"/>
                    <a:pt x="2704" y="0"/>
                  </a:cubicBezTo>
                  <a:cubicBezTo>
                    <a:pt x="1211" y="0"/>
                    <a:pt x="0" y="1202"/>
                    <a:pt x="0" y="2686"/>
                  </a:cubicBezTo>
                  <a:cubicBezTo>
                    <a:pt x="0" y="4169"/>
                    <a:pt x="1211" y="5371"/>
                    <a:pt x="2704" y="53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3" name="Google Shape;573;p12"/>
            <p:cNvSpPr/>
            <p:nvPr/>
          </p:nvSpPr>
          <p:spPr>
            <a:xfrm>
              <a:off x="3473540" y="2264475"/>
              <a:ext cx="46113" cy="45786"/>
            </a:xfrm>
            <a:custGeom>
              <a:rect b="b" l="l" r="r" t="t"/>
              <a:pathLst>
                <a:path extrusionOk="0" h="5467" w="5506">
                  <a:moveTo>
                    <a:pt x="2754" y="5467"/>
                  </a:moveTo>
                  <a:cubicBezTo>
                    <a:pt x="4274" y="5467"/>
                    <a:pt x="5506" y="4243"/>
                    <a:pt x="5506" y="2734"/>
                  </a:cubicBezTo>
                  <a:cubicBezTo>
                    <a:pt x="5506" y="1224"/>
                    <a:pt x="4274" y="0"/>
                    <a:pt x="2754" y="0"/>
                  </a:cubicBezTo>
                  <a:cubicBezTo>
                    <a:pt x="1233" y="0"/>
                    <a:pt x="0" y="1224"/>
                    <a:pt x="0" y="2734"/>
                  </a:cubicBezTo>
                  <a:cubicBezTo>
                    <a:pt x="0" y="4243"/>
                    <a:pt x="1233" y="5467"/>
                    <a:pt x="2754" y="54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4" name="Google Shape;574;p12"/>
            <p:cNvSpPr/>
            <p:nvPr/>
          </p:nvSpPr>
          <p:spPr>
            <a:xfrm>
              <a:off x="3408535" y="2094286"/>
              <a:ext cx="46113" cy="45786"/>
            </a:xfrm>
            <a:custGeom>
              <a:rect b="b" l="l" r="r" t="t"/>
              <a:pathLst>
                <a:path extrusionOk="0" h="5467" w="5506">
                  <a:moveTo>
                    <a:pt x="2753" y="5467"/>
                  </a:moveTo>
                  <a:cubicBezTo>
                    <a:pt x="4274" y="5467"/>
                    <a:pt x="5506" y="4243"/>
                    <a:pt x="5506" y="2734"/>
                  </a:cubicBezTo>
                  <a:cubicBezTo>
                    <a:pt x="5506" y="1224"/>
                    <a:pt x="4274" y="0"/>
                    <a:pt x="2753" y="0"/>
                  </a:cubicBezTo>
                  <a:cubicBezTo>
                    <a:pt x="1233" y="0"/>
                    <a:pt x="0" y="1224"/>
                    <a:pt x="0" y="2734"/>
                  </a:cubicBezTo>
                  <a:cubicBezTo>
                    <a:pt x="0" y="4243"/>
                    <a:pt x="1233" y="5467"/>
                    <a:pt x="2753" y="54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5" name="Google Shape;575;p12"/>
            <p:cNvSpPr/>
            <p:nvPr/>
          </p:nvSpPr>
          <p:spPr>
            <a:xfrm>
              <a:off x="3351495" y="1920770"/>
              <a:ext cx="46917" cy="46590"/>
            </a:xfrm>
            <a:custGeom>
              <a:rect b="b" l="l" r="r" t="t"/>
              <a:pathLst>
                <a:path extrusionOk="0" h="5563" w="5602">
                  <a:moveTo>
                    <a:pt x="2801" y="5564"/>
                  </a:moveTo>
                  <a:cubicBezTo>
                    <a:pt x="4348" y="5564"/>
                    <a:pt x="5603" y="4319"/>
                    <a:pt x="5603" y="2782"/>
                  </a:cubicBezTo>
                  <a:cubicBezTo>
                    <a:pt x="5603" y="1246"/>
                    <a:pt x="4348" y="0"/>
                    <a:pt x="2801" y="0"/>
                  </a:cubicBezTo>
                  <a:cubicBezTo>
                    <a:pt x="1253" y="0"/>
                    <a:pt x="0" y="1246"/>
                    <a:pt x="0" y="2782"/>
                  </a:cubicBezTo>
                  <a:cubicBezTo>
                    <a:pt x="0" y="4319"/>
                    <a:pt x="1253" y="5564"/>
                    <a:pt x="2801" y="55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6" name="Google Shape;576;p12"/>
            <p:cNvSpPr/>
            <p:nvPr/>
          </p:nvSpPr>
          <p:spPr>
            <a:xfrm>
              <a:off x="3302931" y="1744748"/>
              <a:ext cx="47729" cy="47394"/>
            </a:xfrm>
            <a:custGeom>
              <a:rect b="b" l="l" r="r" t="t"/>
              <a:pathLst>
                <a:path extrusionOk="0" h="5659" w="5699">
                  <a:moveTo>
                    <a:pt x="2850" y="5660"/>
                  </a:moveTo>
                  <a:cubicBezTo>
                    <a:pt x="4424" y="5660"/>
                    <a:pt x="5700" y="4393"/>
                    <a:pt x="5700" y="2830"/>
                  </a:cubicBezTo>
                  <a:cubicBezTo>
                    <a:pt x="5700" y="1267"/>
                    <a:pt x="4424" y="0"/>
                    <a:pt x="2850" y="0"/>
                  </a:cubicBezTo>
                  <a:cubicBezTo>
                    <a:pt x="1276" y="0"/>
                    <a:pt x="0" y="1267"/>
                    <a:pt x="0" y="2830"/>
                  </a:cubicBezTo>
                  <a:cubicBezTo>
                    <a:pt x="0" y="4393"/>
                    <a:pt x="1276" y="5660"/>
                    <a:pt x="2850" y="566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7" name="Google Shape;577;p12"/>
            <p:cNvSpPr/>
            <p:nvPr/>
          </p:nvSpPr>
          <p:spPr>
            <a:xfrm>
              <a:off x="3262972" y="1566623"/>
              <a:ext cx="48542" cy="48198"/>
            </a:xfrm>
            <a:custGeom>
              <a:rect b="b" l="l" r="r" t="t"/>
              <a:pathLst>
                <a:path extrusionOk="0" h="5755" w="5796">
                  <a:moveTo>
                    <a:pt x="2898" y="5755"/>
                  </a:moveTo>
                  <a:cubicBezTo>
                    <a:pt x="4499" y="5755"/>
                    <a:pt x="5797" y="4466"/>
                    <a:pt x="5797" y="2878"/>
                  </a:cubicBezTo>
                  <a:cubicBezTo>
                    <a:pt x="5797" y="1288"/>
                    <a:pt x="4499" y="0"/>
                    <a:pt x="2898" y="0"/>
                  </a:cubicBezTo>
                  <a:cubicBezTo>
                    <a:pt x="1298" y="0"/>
                    <a:pt x="0" y="1288"/>
                    <a:pt x="0" y="2878"/>
                  </a:cubicBezTo>
                  <a:cubicBezTo>
                    <a:pt x="0" y="4466"/>
                    <a:pt x="1298" y="5755"/>
                    <a:pt x="2898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8" name="Google Shape;578;p12"/>
            <p:cNvSpPr/>
            <p:nvPr/>
          </p:nvSpPr>
          <p:spPr>
            <a:xfrm>
              <a:off x="3232120" y="1387199"/>
              <a:ext cx="48533" cy="48198"/>
            </a:xfrm>
            <a:custGeom>
              <a:rect b="b" l="l" r="r" t="t"/>
              <a:pathLst>
                <a:path extrusionOk="0" h="5755" w="5795">
                  <a:moveTo>
                    <a:pt x="2898" y="5756"/>
                  </a:moveTo>
                  <a:cubicBezTo>
                    <a:pt x="4499" y="5756"/>
                    <a:pt x="5796" y="4467"/>
                    <a:pt x="5796" y="2878"/>
                  </a:cubicBezTo>
                  <a:cubicBezTo>
                    <a:pt x="5796" y="1289"/>
                    <a:pt x="4499" y="0"/>
                    <a:pt x="2898" y="0"/>
                  </a:cubicBezTo>
                  <a:cubicBezTo>
                    <a:pt x="1297" y="0"/>
                    <a:pt x="0" y="1289"/>
                    <a:pt x="0" y="2878"/>
                  </a:cubicBezTo>
                  <a:cubicBezTo>
                    <a:pt x="0" y="4467"/>
                    <a:pt x="1297" y="5756"/>
                    <a:pt x="2898" y="575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79" name="Google Shape;579;p12"/>
            <p:cNvSpPr/>
            <p:nvPr/>
          </p:nvSpPr>
          <p:spPr>
            <a:xfrm>
              <a:off x="3210421" y="1206916"/>
              <a:ext cx="47729" cy="47394"/>
            </a:xfrm>
            <a:custGeom>
              <a:rect b="b" l="l" r="r" t="t"/>
              <a:pathLst>
                <a:path extrusionOk="0" h="5659" w="5699">
                  <a:moveTo>
                    <a:pt x="2850" y="5660"/>
                  </a:moveTo>
                  <a:cubicBezTo>
                    <a:pt x="4423" y="5660"/>
                    <a:pt x="5700" y="4393"/>
                    <a:pt x="5700" y="2830"/>
                  </a:cubicBezTo>
                  <a:cubicBezTo>
                    <a:pt x="5700" y="1267"/>
                    <a:pt x="4423" y="0"/>
                    <a:pt x="2850" y="0"/>
                  </a:cubicBezTo>
                  <a:cubicBezTo>
                    <a:pt x="1275" y="0"/>
                    <a:pt x="0" y="1267"/>
                    <a:pt x="0" y="2830"/>
                  </a:cubicBezTo>
                  <a:cubicBezTo>
                    <a:pt x="0" y="4393"/>
                    <a:pt x="1275" y="5660"/>
                    <a:pt x="2850" y="566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0" name="Google Shape;580;p12"/>
            <p:cNvSpPr/>
            <p:nvPr/>
          </p:nvSpPr>
          <p:spPr>
            <a:xfrm>
              <a:off x="3197556" y="1025764"/>
              <a:ext cx="46917" cy="46590"/>
            </a:xfrm>
            <a:custGeom>
              <a:rect b="b" l="l" r="r" t="t"/>
              <a:pathLst>
                <a:path extrusionOk="0" h="5563" w="5602">
                  <a:moveTo>
                    <a:pt x="2801" y="5564"/>
                  </a:moveTo>
                  <a:cubicBezTo>
                    <a:pt x="4349" y="5564"/>
                    <a:pt x="5603" y="4319"/>
                    <a:pt x="5603" y="2782"/>
                  </a:cubicBezTo>
                  <a:cubicBezTo>
                    <a:pt x="5603" y="1246"/>
                    <a:pt x="4349" y="0"/>
                    <a:pt x="2801" y="0"/>
                  </a:cubicBezTo>
                  <a:cubicBezTo>
                    <a:pt x="1254" y="0"/>
                    <a:pt x="0" y="1246"/>
                    <a:pt x="0" y="2782"/>
                  </a:cubicBezTo>
                  <a:cubicBezTo>
                    <a:pt x="0" y="4319"/>
                    <a:pt x="1254" y="5564"/>
                    <a:pt x="2801" y="55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1" name="Google Shape;581;p12"/>
            <p:cNvSpPr/>
            <p:nvPr/>
          </p:nvSpPr>
          <p:spPr>
            <a:xfrm>
              <a:off x="3192307" y="842994"/>
              <a:ext cx="48542" cy="48198"/>
            </a:xfrm>
            <a:custGeom>
              <a:rect b="b" l="l" r="r" t="t"/>
              <a:pathLst>
                <a:path extrusionOk="0" h="5755" w="5796">
                  <a:moveTo>
                    <a:pt x="2898" y="5756"/>
                  </a:moveTo>
                  <a:cubicBezTo>
                    <a:pt x="4499" y="5756"/>
                    <a:pt x="5797" y="4467"/>
                    <a:pt x="5797" y="2878"/>
                  </a:cubicBezTo>
                  <a:cubicBezTo>
                    <a:pt x="5797" y="1289"/>
                    <a:pt x="4499" y="0"/>
                    <a:pt x="2898" y="0"/>
                  </a:cubicBezTo>
                  <a:cubicBezTo>
                    <a:pt x="1298" y="0"/>
                    <a:pt x="0" y="1289"/>
                    <a:pt x="0" y="2878"/>
                  </a:cubicBezTo>
                  <a:cubicBezTo>
                    <a:pt x="0" y="4467"/>
                    <a:pt x="1298" y="5756"/>
                    <a:pt x="2898" y="575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2" name="Google Shape;582;p12"/>
            <p:cNvSpPr/>
            <p:nvPr/>
          </p:nvSpPr>
          <p:spPr>
            <a:xfrm>
              <a:off x="3195535" y="659831"/>
              <a:ext cx="50962" cy="50610"/>
            </a:xfrm>
            <a:custGeom>
              <a:rect b="b" l="l" r="r" t="t"/>
              <a:pathLst>
                <a:path extrusionOk="0" h="6043" w="6085">
                  <a:moveTo>
                    <a:pt x="3042" y="6044"/>
                  </a:moveTo>
                  <a:cubicBezTo>
                    <a:pt x="4723" y="6044"/>
                    <a:pt x="6086" y="4690"/>
                    <a:pt x="6086" y="3021"/>
                  </a:cubicBezTo>
                  <a:cubicBezTo>
                    <a:pt x="6086" y="1353"/>
                    <a:pt x="4723" y="0"/>
                    <a:pt x="3042" y="0"/>
                  </a:cubicBezTo>
                  <a:cubicBezTo>
                    <a:pt x="1362" y="0"/>
                    <a:pt x="0" y="1353"/>
                    <a:pt x="0" y="3021"/>
                  </a:cubicBezTo>
                  <a:cubicBezTo>
                    <a:pt x="0" y="4690"/>
                    <a:pt x="1362" y="6044"/>
                    <a:pt x="3042" y="60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3" name="Google Shape;583;p12"/>
            <p:cNvSpPr/>
            <p:nvPr/>
          </p:nvSpPr>
          <p:spPr>
            <a:xfrm>
              <a:off x="3206380" y="475881"/>
              <a:ext cx="55819" cy="55426"/>
            </a:xfrm>
            <a:custGeom>
              <a:rect b="b" l="l" r="r" t="t"/>
              <a:pathLst>
                <a:path extrusionOk="0" h="6618" w="6665">
                  <a:moveTo>
                    <a:pt x="3333" y="6619"/>
                  </a:moveTo>
                  <a:cubicBezTo>
                    <a:pt x="5173" y="6619"/>
                    <a:pt x="6666" y="5137"/>
                    <a:pt x="6666" y="3309"/>
                  </a:cubicBezTo>
                  <a:cubicBezTo>
                    <a:pt x="6666" y="1481"/>
                    <a:pt x="5173" y="0"/>
                    <a:pt x="3333" y="0"/>
                  </a:cubicBezTo>
                  <a:cubicBezTo>
                    <a:pt x="1492" y="0"/>
                    <a:pt x="0" y="1481"/>
                    <a:pt x="0" y="3309"/>
                  </a:cubicBezTo>
                  <a:cubicBezTo>
                    <a:pt x="0" y="5137"/>
                    <a:pt x="1492" y="6619"/>
                    <a:pt x="3333" y="661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4" name="Google Shape;584;p12"/>
            <p:cNvSpPr/>
            <p:nvPr/>
          </p:nvSpPr>
          <p:spPr>
            <a:xfrm>
              <a:off x="3226048" y="292781"/>
              <a:ext cx="60677" cy="60250"/>
            </a:xfrm>
            <a:custGeom>
              <a:rect b="b" l="l" r="r" t="t"/>
              <a:pathLst>
                <a:path extrusionOk="0" h="7194" w="7245">
                  <a:moveTo>
                    <a:pt x="3622" y="7194"/>
                  </a:moveTo>
                  <a:cubicBezTo>
                    <a:pt x="5624" y="7194"/>
                    <a:pt x="7246" y="5584"/>
                    <a:pt x="7246" y="3598"/>
                  </a:cubicBezTo>
                  <a:cubicBezTo>
                    <a:pt x="7246" y="1611"/>
                    <a:pt x="5624" y="0"/>
                    <a:pt x="3622" y="0"/>
                  </a:cubicBezTo>
                  <a:cubicBezTo>
                    <a:pt x="1622" y="0"/>
                    <a:pt x="0" y="1611"/>
                    <a:pt x="0" y="3598"/>
                  </a:cubicBezTo>
                  <a:cubicBezTo>
                    <a:pt x="0" y="5584"/>
                    <a:pt x="1622" y="7194"/>
                    <a:pt x="3622" y="71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5" name="Google Shape;585;p12"/>
            <p:cNvSpPr/>
            <p:nvPr/>
          </p:nvSpPr>
          <p:spPr>
            <a:xfrm>
              <a:off x="3255693" y="112160"/>
              <a:ext cx="63097" cy="62653"/>
            </a:xfrm>
            <a:custGeom>
              <a:rect b="b" l="l" r="r" t="t"/>
              <a:pathLst>
                <a:path extrusionOk="0" h="7481" w="7534">
                  <a:moveTo>
                    <a:pt x="3767" y="7482"/>
                  </a:moveTo>
                  <a:cubicBezTo>
                    <a:pt x="5847" y="7482"/>
                    <a:pt x="7534" y="5806"/>
                    <a:pt x="7534" y="3740"/>
                  </a:cubicBezTo>
                  <a:cubicBezTo>
                    <a:pt x="7534" y="1674"/>
                    <a:pt x="5847" y="0"/>
                    <a:pt x="3767" y="0"/>
                  </a:cubicBezTo>
                  <a:cubicBezTo>
                    <a:pt x="1686" y="0"/>
                    <a:pt x="0" y="1674"/>
                    <a:pt x="0" y="3740"/>
                  </a:cubicBezTo>
                  <a:cubicBezTo>
                    <a:pt x="0" y="5806"/>
                    <a:pt x="1686" y="7482"/>
                    <a:pt x="3767" y="74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6" name="Google Shape;586;p12"/>
            <p:cNvSpPr/>
            <p:nvPr/>
          </p:nvSpPr>
          <p:spPr>
            <a:xfrm>
              <a:off x="6954405" y="4768833"/>
              <a:ext cx="18609" cy="18425"/>
            </a:xfrm>
            <a:custGeom>
              <a:rect b="b" l="l" r="r" t="t"/>
              <a:pathLst>
                <a:path extrusionOk="0" h="2200" w="2222">
                  <a:moveTo>
                    <a:pt x="1112" y="2200"/>
                  </a:moveTo>
                  <a:cubicBezTo>
                    <a:pt x="1725" y="2200"/>
                    <a:pt x="2222" y="1705"/>
                    <a:pt x="2222" y="1095"/>
                  </a:cubicBezTo>
                  <a:cubicBezTo>
                    <a:pt x="2222" y="486"/>
                    <a:pt x="1725" y="0"/>
                    <a:pt x="1112" y="0"/>
                  </a:cubicBezTo>
                  <a:cubicBezTo>
                    <a:pt x="498" y="0"/>
                    <a:pt x="0" y="486"/>
                    <a:pt x="0" y="1095"/>
                  </a:cubicBezTo>
                  <a:cubicBezTo>
                    <a:pt x="0" y="1705"/>
                    <a:pt x="498" y="2200"/>
                    <a:pt x="1112" y="22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7" name="Google Shape;587;p12"/>
            <p:cNvSpPr/>
            <p:nvPr/>
          </p:nvSpPr>
          <p:spPr>
            <a:xfrm>
              <a:off x="6766761" y="4758071"/>
              <a:ext cx="27512" cy="27277"/>
            </a:xfrm>
            <a:custGeom>
              <a:rect b="b" l="l" r="r" t="t"/>
              <a:pathLst>
                <a:path extrusionOk="0" h="3257" w="3285">
                  <a:moveTo>
                    <a:pt x="1642" y="3258"/>
                  </a:moveTo>
                  <a:cubicBezTo>
                    <a:pt x="2550" y="3258"/>
                    <a:pt x="3285" y="2524"/>
                    <a:pt x="3285" y="1629"/>
                  </a:cubicBezTo>
                  <a:cubicBezTo>
                    <a:pt x="3285" y="724"/>
                    <a:pt x="2550" y="0"/>
                    <a:pt x="1642" y="0"/>
                  </a:cubicBezTo>
                  <a:cubicBezTo>
                    <a:pt x="735" y="0"/>
                    <a:pt x="0" y="724"/>
                    <a:pt x="0" y="1629"/>
                  </a:cubicBezTo>
                  <a:cubicBezTo>
                    <a:pt x="0" y="2524"/>
                    <a:pt x="735" y="3258"/>
                    <a:pt x="1642" y="32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8" name="Google Shape;588;p12"/>
            <p:cNvSpPr/>
            <p:nvPr/>
          </p:nvSpPr>
          <p:spPr>
            <a:xfrm>
              <a:off x="6579217" y="4738365"/>
              <a:ext cx="37210" cy="37009"/>
            </a:xfrm>
            <a:custGeom>
              <a:rect b="b" l="l" r="r" t="t"/>
              <a:pathLst>
                <a:path extrusionOk="0" h="4419" w="4443">
                  <a:moveTo>
                    <a:pt x="2221" y="4420"/>
                  </a:moveTo>
                  <a:cubicBezTo>
                    <a:pt x="3449" y="4420"/>
                    <a:pt x="4443" y="3429"/>
                    <a:pt x="4443" y="2210"/>
                  </a:cubicBezTo>
                  <a:cubicBezTo>
                    <a:pt x="4443" y="991"/>
                    <a:pt x="3449" y="0"/>
                    <a:pt x="2221" y="0"/>
                  </a:cubicBezTo>
                  <a:cubicBezTo>
                    <a:pt x="994" y="0"/>
                    <a:pt x="0" y="991"/>
                    <a:pt x="0" y="2210"/>
                  </a:cubicBezTo>
                  <a:cubicBezTo>
                    <a:pt x="0" y="3429"/>
                    <a:pt x="994" y="4420"/>
                    <a:pt x="2221" y="442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89" name="Google Shape;589;p12"/>
            <p:cNvSpPr/>
            <p:nvPr/>
          </p:nvSpPr>
          <p:spPr>
            <a:xfrm>
              <a:off x="6393356" y="4711162"/>
              <a:ext cx="45309" cy="44990"/>
            </a:xfrm>
            <a:custGeom>
              <a:rect b="b" l="l" r="r" t="t"/>
              <a:pathLst>
                <a:path extrusionOk="0" h="5372" w="5410">
                  <a:moveTo>
                    <a:pt x="2705" y="5372"/>
                  </a:moveTo>
                  <a:cubicBezTo>
                    <a:pt x="4199" y="5372"/>
                    <a:pt x="5410" y="4172"/>
                    <a:pt x="5410" y="2686"/>
                  </a:cubicBezTo>
                  <a:cubicBezTo>
                    <a:pt x="5410" y="1200"/>
                    <a:pt x="4199" y="0"/>
                    <a:pt x="2705" y="0"/>
                  </a:cubicBezTo>
                  <a:cubicBezTo>
                    <a:pt x="1212" y="0"/>
                    <a:pt x="0" y="1200"/>
                    <a:pt x="0" y="2686"/>
                  </a:cubicBezTo>
                  <a:cubicBezTo>
                    <a:pt x="0" y="4172"/>
                    <a:pt x="1212" y="5372"/>
                    <a:pt x="2705" y="53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0" name="Google Shape;590;p12"/>
            <p:cNvSpPr/>
            <p:nvPr/>
          </p:nvSpPr>
          <p:spPr>
            <a:xfrm>
              <a:off x="6210805" y="4677494"/>
              <a:ext cx="49354" cy="49052"/>
            </a:xfrm>
            <a:custGeom>
              <a:rect b="b" l="l" r="r" t="t"/>
              <a:pathLst>
                <a:path extrusionOk="0" h="5857" w="5893">
                  <a:moveTo>
                    <a:pt x="2947" y="5858"/>
                  </a:moveTo>
                  <a:cubicBezTo>
                    <a:pt x="4574" y="5858"/>
                    <a:pt x="5893" y="4543"/>
                    <a:pt x="5893" y="2934"/>
                  </a:cubicBezTo>
                  <a:cubicBezTo>
                    <a:pt x="5893" y="1314"/>
                    <a:pt x="4574" y="0"/>
                    <a:pt x="2947" y="0"/>
                  </a:cubicBezTo>
                  <a:cubicBezTo>
                    <a:pt x="1319" y="0"/>
                    <a:pt x="0" y="1314"/>
                    <a:pt x="0" y="2934"/>
                  </a:cubicBezTo>
                  <a:cubicBezTo>
                    <a:pt x="0" y="4543"/>
                    <a:pt x="1319" y="5858"/>
                    <a:pt x="2947" y="58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1" name="Google Shape;591;p12"/>
            <p:cNvSpPr/>
            <p:nvPr/>
          </p:nvSpPr>
          <p:spPr>
            <a:xfrm>
              <a:off x="6032781" y="4638403"/>
              <a:ext cx="47721" cy="47377"/>
            </a:xfrm>
            <a:custGeom>
              <a:rect b="b" l="l" r="r" t="t"/>
              <a:pathLst>
                <a:path extrusionOk="0" h="5657" w="5698">
                  <a:moveTo>
                    <a:pt x="2850" y="5658"/>
                  </a:moveTo>
                  <a:cubicBezTo>
                    <a:pt x="4423" y="5658"/>
                    <a:pt x="5699" y="4391"/>
                    <a:pt x="5699" y="2829"/>
                  </a:cubicBezTo>
                  <a:cubicBezTo>
                    <a:pt x="5699" y="1267"/>
                    <a:pt x="4423" y="0"/>
                    <a:pt x="2850" y="0"/>
                  </a:cubicBezTo>
                  <a:cubicBezTo>
                    <a:pt x="1275" y="0"/>
                    <a:pt x="0" y="1267"/>
                    <a:pt x="0" y="2829"/>
                  </a:cubicBezTo>
                  <a:cubicBezTo>
                    <a:pt x="0" y="4391"/>
                    <a:pt x="1275" y="5658"/>
                    <a:pt x="2850" y="56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2" name="Google Shape;592;p12"/>
            <p:cNvSpPr/>
            <p:nvPr/>
          </p:nvSpPr>
          <p:spPr>
            <a:xfrm>
              <a:off x="5858825" y="4593095"/>
              <a:ext cx="42068" cy="41800"/>
            </a:xfrm>
            <a:custGeom>
              <a:rect b="b" l="l" r="r" t="t"/>
              <a:pathLst>
                <a:path extrusionOk="0" h="4991" w="5023">
                  <a:moveTo>
                    <a:pt x="2512" y="4991"/>
                  </a:moveTo>
                  <a:cubicBezTo>
                    <a:pt x="3900" y="4991"/>
                    <a:pt x="5023" y="3877"/>
                    <a:pt x="5023" y="2496"/>
                  </a:cubicBezTo>
                  <a:cubicBezTo>
                    <a:pt x="5023" y="1114"/>
                    <a:pt x="3900" y="0"/>
                    <a:pt x="2512" y="0"/>
                  </a:cubicBezTo>
                  <a:cubicBezTo>
                    <a:pt x="1125" y="0"/>
                    <a:pt x="0" y="1114"/>
                    <a:pt x="0" y="2496"/>
                  </a:cubicBezTo>
                  <a:cubicBezTo>
                    <a:pt x="0" y="3877"/>
                    <a:pt x="1125" y="4991"/>
                    <a:pt x="2512" y="49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3" name="Google Shape;593;p12"/>
            <p:cNvSpPr/>
            <p:nvPr/>
          </p:nvSpPr>
          <p:spPr>
            <a:xfrm>
              <a:off x="5688144" y="4540444"/>
              <a:ext cx="34781" cy="34539"/>
            </a:xfrm>
            <a:custGeom>
              <a:rect b="b" l="l" r="r" t="t"/>
              <a:pathLst>
                <a:path extrusionOk="0" h="4124" w="4153">
                  <a:moveTo>
                    <a:pt x="2077" y="4124"/>
                  </a:moveTo>
                  <a:cubicBezTo>
                    <a:pt x="3224" y="4124"/>
                    <a:pt x="4154" y="3200"/>
                    <a:pt x="4154" y="2067"/>
                  </a:cubicBezTo>
                  <a:cubicBezTo>
                    <a:pt x="4154" y="924"/>
                    <a:pt x="3224" y="0"/>
                    <a:pt x="2077" y="0"/>
                  </a:cubicBezTo>
                  <a:cubicBezTo>
                    <a:pt x="930" y="0"/>
                    <a:pt x="0" y="924"/>
                    <a:pt x="0" y="2067"/>
                  </a:cubicBezTo>
                  <a:cubicBezTo>
                    <a:pt x="0" y="3200"/>
                    <a:pt x="930" y="4124"/>
                    <a:pt x="2077" y="412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4" name="Google Shape;594;p12"/>
            <p:cNvSpPr/>
            <p:nvPr/>
          </p:nvSpPr>
          <p:spPr>
            <a:xfrm>
              <a:off x="5520269" y="4479819"/>
              <a:ext cx="27504" cy="27361"/>
            </a:xfrm>
            <a:custGeom>
              <a:rect b="b" l="l" r="r" t="t"/>
              <a:pathLst>
                <a:path extrusionOk="0" h="3267" w="3284">
                  <a:moveTo>
                    <a:pt x="1642" y="3267"/>
                  </a:moveTo>
                  <a:cubicBezTo>
                    <a:pt x="2549" y="3267"/>
                    <a:pt x="3284" y="2534"/>
                    <a:pt x="3284" y="1638"/>
                  </a:cubicBezTo>
                  <a:cubicBezTo>
                    <a:pt x="3284" y="733"/>
                    <a:pt x="2549" y="0"/>
                    <a:pt x="1642" y="0"/>
                  </a:cubicBezTo>
                  <a:cubicBezTo>
                    <a:pt x="735" y="0"/>
                    <a:pt x="0" y="733"/>
                    <a:pt x="0" y="1638"/>
                  </a:cubicBezTo>
                  <a:cubicBezTo>
                    <a:pt x="0" y="2534"/>
                    <a:pt x="735" y="3267"/>
                    <a:pt x="1642" y="32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5" name="Google Shape;595;p12"/>
            <p:cNvSpPr/>
            <p:nvPr/>
          </p:nvSpPr>
          <p:spPr>
            <a:xfrm>
              <a:off x="5355192" y="4410974"/>
              <a:ext cx="21030" cy="20896"/>
            </a:xfrm>
            <a:custGeom>
              <a:rect b="b" l="l" r="r" t="t"/>
              <a:pathLst>
                <a:path extrusionOk="0" h="2495" w="2511">
                  <a:moveTo>
                    <a:pt x="1256" y="2496"/>
                  </a:moveTo>
                  <a:cubicBezTo>
                    <a:pt x="1950" y="2496"/>
                    <a:pt x="2512" y="1934"/>
                    <a:pt x="2512" y="1248"/>
                  </a:cubicBezTo>
                  <a:cubicBezTo>
                    <a:pt x="2512" y="562"/>
                    <a:pt x="1950" y="0"/>
                    <a:pt x="1256" y="0"/>
                  </a:cubicBezTo>
                  <a:cubicBezTo>
                    <a:pt x="563" y="0"/>
                    <a:pt x="0" y="562"/>
                    <a:pt x="0" y="1248"/>
                  </a:cubicBezTo>
                  <a:cubicBezTo>
                    <a:pt x="0" y="1934"/>
                    <a:pt x="563" y="2496"/>
                    <a:pt x="1256" y="24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6" name="Google Shape;596;p12"/>
            <p:cNvSpPr/>
            <p:nvPr/>
          </p:nvSpPr>
          <p:spPr>
            <a:xfrm>
              <a:off x="5191652" y="4332399"/>
              <a:ext cx="18595" cy="18425"/>
            </a:xfrm>
            <a:custGeom>
              <a:rect b="b" l="l" r="r" t="t"/>
              <a:pathLst>
                <a:path extrusionOk="0" h="2200" w="2221">
                  <a:moveTo>
                    <a:pt x="1111" y="2200"/>
                  </a:moveTo>
                  <a:cubicBezTo>
                    <a:pt x="1724" y="2200"/>
                    <a:pt x="2221" y="1715"/>
                    <a:pt x="2221" y="1105"/>
                  </a:cubicBezTo>
                  <a:cubicBezTo>
                    <a:pt x="2221" y="495"/>
                    <a:pt x="1724" y="0"/>
                    <a:pt x="1111" y="0"/>
                  </a:cubicBezTo>
                  <a:cubicBezTo>
                    <a:pt x="497" y="0"/>
                    <a:pt x="0" y="495"/>
                    <a:pt x="0" y="1105"/>
                  </a:cubicBezTo>
                  <a:cubicBezTo>
                    <a:pt x="0" y="1715"/>
                    <a:pt x="497" y="2200"/>
                    <a:pt x="1111" y="22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7" name="Google Shape;597;p12"/>
            <p:cNvSpPr/>
            <p:nvPr/>
          </p:nvSpPr>
          <p:spPr>
            <a:xfrm>
              <a:off x="5031220" y="4245449"/>
              <a:ext cx="17792" cy="17699"/>
            </a:xfrm>
            <a:custGeom>
              <a:rect b="b" l="l" r="r" t="t"/>
              <a:pathLst>
                <a:path extrusionOk="0" h="2114" w="2125">
                  <a:moveTo>
                    <a:pt x="1062" y="2115"/>
                  </a:moveTo>
                  <a:cubicBezTo>
                    <a:pt x="1649" y="2115"/>
                    <a:pt x="2125" y="1638"/>
                    <a:pt x="2125" y="1057"/>
                  </a:cubicBezTo>
                  <a:cubicBezTo>
                    <a:pt x="2125" y="476"/>
                    <a:pt x="1649" y="0"/>
                    <a:pt x="1062" y="0"/>
                  </a:cubicBezTo>
                  <a:cubicBezTo>
                    <a:pt x="475" y="0"/>
                    <a:pt x="0" y="476"/>
                    <a:pt x="0" y="1057"/>
                  </a:cubicBezTo>
                  <a:cubicBezTo>
                    <a:pt x="0" y="1638"/>
                    <a:pt x="475" y="2115"/>
                    <a:pt x="1062" y="211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8" name="Google Shape;598;p12"/>
            <p:cNvSpPr/>
            <p:nvPr/>
          </p:nvSpPr>
          <p:spPr>
            <a:xfrm>
              <a:off x="4873834" y="4150040"/>
              <a:ext cx="19413" cy="19221"/>
            </a:xfrm>
            <a:custGeom>
              <a:rect b="b" l="l" r="r" t="t"/>
              <a:pathLst>
                <a:path extrusionOk="0" h="2295" w="2318">
                  <a:moveTo>
                    <a:pt x="1159" y="2295"/>
                  </a:moveTo>
                  <a:cubicBezTo>
                    <a:pt x="1799" y="2295"/>
                    <a:pt x="2318" y="1781"/>
                    <a:pt x="2318" y="1152"/>
                  </a:cubicBezTo>
                  <a:cubicBezTo>
                    <a:pt x="2318" y="514"/>
                    <a:pt x="1799" y="0"/>
                    <a:pt x="1159" y="0"/>
                  </a:cubicBezTo>
                  <a:cubicBezTo>
                    <a:pt x="519" y="0"/>
                    <a:pt x="0" y="514"/>
                    <a:pt x="0" y="1152"/>
                  </a:cubicBezTo>
                  <a:cubicBezTo>
                    <a:pt x="0" y="1781"/>
                    <a:pt x="519" y="2295"/>
                    <a:pt x="1159" y="22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599" name="Google Shape;599;p12"/>
            <p:cNvSpPr/>
            <p:nvPr/>
          </p:nvSpPr>
          <p:spPr>
            <a:xfrm>
              <a:off x="4720654" y="4047015"/>
              <a:ext cx="21834" cy="21725"/>
            </a:xfrm>
            <a:custGeom>
              <a:rect b="b" l="l" r="r" t="t"/>
              <a:pathLst>
                <a:path extrusionOk="0" h="2594" w="2607">
                  <a:moveTo>
                    <a:pt x="1304" y="2595"/>
                  </a:moveTo>
                  <a:cubicBezTo>
                    <a:pt x="2024" y="2595"/>
                    <a:pt x="2608" y="2014"/>
                    <a:pt x="2608" y="1299"/>
                  </a:cubicBezTo>
                  <a:cubicBezTo>
                    <a:pt x="2608" y="580"/>
                    <a:pt x="2024" y="0"/>
                    <a:pt x="1304" y="0"/>
                  </a:cubicBezTo>
                  <a:cubicBezTo>
                    <a:pt x="584" y="0"/>
                    <a:pt x="0" y="580"/>
                    <a:pt x="0" y="1299"/>
                  </a:cubicBezTo>
                  <a:cubicBezTo>
                    <a:pt x="0" y="2014"/>
                    <a:pt x="584" y="2595"/>
                    <a:pt x="1304" y="25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0" name="Google Shape;600;p12"/>
            <p:cNvSpPr/>
            <p:nvPr/>
          </p:nvSpPr>
          <p:spPr>
            <a:xfrm>
              <a:off x="4572054" y="3936674"/>
              <a:ext cx="24991" cy="24991"/>
            </a:xfrm>
            <a:custGeom>
              <a:rect b="b" l="l" r="r" t="t"/>
              <a:pathLst>
                <a:path extrusionOk="0" h="2984" w="2984">
                  <a:moveTo>
                    <a:pt x="2984" y="1492"/>
                  </a:moveTo>
                  <a:cubicBezTo>
                    <a:pt x="2984" y="2316"/>
                    <a:pt x="2316" y="2984"/>
                    <a:pt x="1492" y="2984"/>
                  </a:cubicBezTo>
                  <a:cubicBezTo>
                    <a:pt x="668" y="2984"/>
                    <a:pt x="0" y="2316"/>
                    <a:pt x="0" y="1492"/>
                  </a:cubicBezTo>
                  <a:cubicBezTo>
                    <a:pt x="0" y="668"/>
                    <a:pt x="668" y="0"/>
                    <a:pt x="1492" y="0"/>
                  </a:cubicBezTo>
                  <a:cubicBezTo>
                    <a:pt x="2316" y="0"/>
                    <a:pt x="2984" y="668"/>
                    <a:pt x="2984" y="14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1" name="Google Shape;601;p12"/>
            <p:cNvSpPr/>
            <p:nvPr/>
          </p:nvSpPr>
          <p:spPr>
            <a:xfrm>
              <a:off x="4429070" y="3820098"/>
              <a:ext cx="27403" cy="27403"/>
            </a:xfrm>
            <a:custGeom>
              <a:rect b="b" l="l" r="r" t="t"/>
              <a:pathLst>
                <a:path extrusionOk="0" h="3272" w="3272">
                  <a:moveTo>
                    <a:pt x="3273" y="1636"/>
                  </a:moveTo>
                  <a:cubicBezTo>
                    <a:pt x="3273" y="2540"/>
                    <a:pt x="2540" y="3273"/>
                    <a:pt x="1636" y="3273"/>
                  </a:cubicBezTo>
                  <a:cubicBezTo>
                    <a:pt x="733" y="3273"/>
                    <a:pt x="0" y="2540"/>
                    <a:pt x="0" y="1636"/>
                  </a:cubicBezTo>
                  <a:cubicBezTo>
                    <a:pt x="0" y="733"/>
                    <a:pt x="733" y="0"/>
                    <a:pt x="1636" y="0"/>
                  </a:cubicBezTo>
                  <a:cubicBezTo>
                    <a:pt x="2540" y="0"/>
                    <a:pt x="3273" y="733"/>
                    <a:pt x="3273" y="163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2" name="Google Shape;602;p12"/>
            <p:cNvSpPr/>
            <p:nvPr/>
          </p:nvSpPr>
          <p:spPr>
            <a:xfrm>
              <a:off x="4292385" y="3697952"/>
              <a:ext cx="28307" cy="28115"/>
            </a:xfrm>
            <a:custGeom>
              <a:rect b="b" l="l" r="r" t="t"/>
              <a:pathLst>
                <a:path extrusionOk="0" h="3357" w="3380">
                  <a:moveTo>
                    <a:pt x="1691" y="3358"/>
                  </a:moveTo>
                  <a:cubicBezTo>
                    <a:pt x="2624" y="3358"/>
                    <a:pt x="3380" y="2606"/>
                    <a:pt x="3380" y="1679"/>
                  </a:cubicBezTo>
                  <a:cubicBezTo>
                    <a:pt x="3380" y="752"/>
                    <a:pt x="2624" y="0"/>
                    <a:pt x="1691" y="0"/>
                  </a:cubicBezTo>
                  <a:cubicBezTo>
                    <a:pt x="756" y="0"/>
                    <a:pt x="0" y="752"/>
                    <a:pt x="0" y="1679"/>
                  </a:cubicBezTo>
                  <a:cubicBezTo>
                    <a:pt x="0" y="2606"/>
                    <a:pt x="756" y="3358"/>
                    <a:pt x="1691" y="33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3" name="Google Shape;603;p12"/>
            <p:cNvSpPr/>
            <p:nvPr/>
          </p:nvSpPr>
          <p:spPr>
            <a:xfrm>
              <a:off x="4161617" y="3569589"/>
              <a:ext cx="29120" cy="28911"/>
            </a:xfrm>
            <a:custGeom>
              <a:rect b="b" l="l" r="r" t="t"/>
              <a:pathLst>
                <a:path extrusionOk="0" h="3452" w="3477">
                  <a:moveTo>
                    <a:pt x="1738" y="3453"/>
                  </a:moveTo>
                  <a:cubicBezTo>
                    <a:pt x="2698" y="3453"/>
                    <a:pt x="3478" y="2680"/>
                    <a:pt x="3478" y="1727"/>
                  </a:cubicBezTo>
                  <a:cubicBezTo>
                    <a:pt x="3478" y="772"/>
                    <a:pt x="2698" y="0"/>
                    <a:pt x="1738" y="0"/>
                  </a:cubicBezTo>
                  <a:cubicBezTo>
                    <a:pt x="778" y="0"/>
                    <a:pt x="0" y="772"/>
                    <a:pt x="0" y="1727"/>
                  </a:cubicBezTo>
                  <a:cubicBezTo>
                    <a:pt x="0" y="2680"/>
                    <a:pt x="778" y="3453"/>
                    <a:pt x="1738" y="34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4" name="Google Shape;604;p12"/>
            <p:cNvSpPr/>
            <p:nvPr/>
          </p:nvSpPr>
          <p:spPr>
            <a:xfrm>
              <a:off x="4037030" y="3435300"/>
              <a:ext cx="29823" cy="29823"/>
            </a:xfrm>
            <a:custGeom>
              <a:rect b="b" l="l" r="r" t="t"/>
              <a:pathLst>
                <a:path extrusionOk="0" h="3561" w="3561">
                  <a:moveTo>
                    <a:pt x="3561" y="1781"/>
                  </a:moveTo>
                  <a:cubicBezTo>
                    <a:pt x="3561" y="2764"/>
                    <a:pt x="2764" y="3561"/>
                    <a:pt x="1781" y="3561"/>
                  </a:cubicBezTo>
                  <a:cubicBezTo>
                    <a:pt x="797" y="3561"/>
                    <a:pt x="0" y="2764"/>
                    <a:pt x="0" y="1781"/>
                  </a:cubicBezTo>
                  <a:cubicBezTo>
                    <a:pt x="0" y="797"/>
                    <a:pt x="797" y="0"/>
                    <a:pt x="1781" y="0"/>
                  </a:cubicBezTo>
                  <a:cubicBezTo>
                    <a:pt x="2764" y="0"/>
                    <a:pt x="3561" y="797"/>
                    <a:pt x="3561" y="17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5" name="Google Shape;605;p12"/>
            <p:cNvSpPr/>
            <p:nvPr/>
          </p:nvSpPr>
          <p:spPr>
            <a:xfrm>
              <a:off x="3918743" y="3295506"/>
              <a:ext cx="30736" cy="30518"/>
            </a:xfrm>
            <a:custGeom>
              <a:rect b="b" l="l" r="r" t="t"/>
              <a:pathLst>
                <a:path extrusionOk="0" h="3645" w="3670">
                  <a:moveTo>
                    <a:pt x="1835" y="3645"/>
                  </a:moveTo>
                  <a:cubicBezTo>
                    <a:pt x="2849" y="3645"/>
                    <a:pt x="3671" y="2830"/>
                    <a:pt x="3671" y="1823"/>
                  </a:cubicBezTo>
                  <a:cubicBezTo>
                    <a:pt x="3671" y="816"/>
                    <a:pt x="2849" y="0"/>
                    <a:pt x="1835" y="0"/>
                  </a:cubicBezTo>
                  <a:cubicBezTo>
                    <a:pt x="822" y="0"/>
                    <a:pt x="0" y="816"/>
                    <a:pt x="0" y="1823"/>
                  </a:cubicBezTo>
                  <a:cubicBezTo>
                    <a:pt x="0" y="2830"/>
                    <a:pt x="822" y="3645"/>
                    <a:pt x="1835" y="36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6" name="Google Shape;606;p12"/>
            <p:cNvSpPr/>
            <p:nvPr/>
          </p:nvSpPr>
          <p:spPr>
            <a:xfrm>
              <a:off x="3806766" y="3149979"/>
              <a:ext cx="32361" cy="32135"/>
            </a:xfrm>
            <a:custGeom>
              <a:rect b="b" l="l" r="r" t="t"/>
              <a:pathLst>
                <a:path extrusionOk="0" h="3837" w="3864">
                  <a:moveTo>
                    <a:pt x="1933" y="3838"/>
                  </a:moveTo>
                  <a:cubicBezTo>
                    <a:pt x="2999" y="3838"/>
                    <a:pt x="3864" y="2978"/>
                    <a:pt x="3864" y="1919"/>
                  </a:cubicBezTo>
                  <a:cubicBezTo>
                    <a:pt x="3864" y="859"/>
                    <a:pt x="2999" y="0"/>
                    <a:pt x="1933" y="0"/>
                  </a:cubicBezTo>
                  <a:cubicBezTo>
                    <a:pt x="865" y="0"/>
                    <a:pt x="0" y="859"/>
                    <a:pt x="0" y="1919"/>
                  </a:cubicBezTo>
                  <a:cubicBezTo>
                    <a:pt x="0" y="2978"/>
                    <a:pt x="865" y="3838"/>
                    <a:pt x="1933" y="383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7" name="Google Shape;607;p12"/>
            <p:cNvSpPr/>
            <p:nvPr/>
          </p:nvSpPr>
          <p:spPr>
            <a:xfrm>
              <a:off x="3702094" y="2999881"/>
              <a:ext cx="33173" cy="32931"/>
            </a:xfrm>
            <a:custGeom>
              <a:rect b="b" l="l" r="r" t="t"/>
              <a:pathLst>
                <a:path extrusionOk="0" h="3932" w="3961">
                  <a:moveTo>
                    <a:pt x="1981" y="3933"/>
                  </a:moveTo>
                  <a:cubicBezTo>
                    <a:pt x="3075" y="3933"/>
                    <a:pt x="3961" y="3052"/>
                    <a:pt x="3961" y="1966"/>
                  </a:cubicBezTo>
                  <a:cubicBezTo>
                    <a:pt x="3961" y="880"/>
                    <a:pt x="3075" y="0"/>
                    <a:pt x="1981" y="0"/>
                  </a:cubicBezTo>
                  <a:cubicBezTo>
                    <a:pt x="887" y="0"/>
                    <a:pt x="0" y="880"/>
                    <a:pt x="0" y="1966"/>
                  </a:cubicBezTo>
                  <a:cubicBezTo>
                    <a:pt x="0" y="3052"/>
                    <a:pt x="887" y="3933"/>
                    <a:pt x="1981" y="39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8" name="Google Shape;608;p12"/>
            <p:cNvSpPr/>
            <p:nvPr/>
          </p:nvSpPr>
          <p:spPr>
            <a:xfrm>
              <a:off x="3604619" y="2845055"/>
              <a:ext cx="33860" cy="33860"/>
            </a:xfrm>
            <a:custGeom>
              <a:rect b="b" l="l" r="r" t="t"/>
              <a:pathLst>
                <a:path extrusionOk="0" h="4043" w="4043">
                  <a:moveTo>
                    <a:pt x="4043" y="2022"/>
                  </a:moveTo>
                  <a:cubicBezTo>
                    <a:pt x="4043" y="3138"/>
                    <a:pt x="3138" y="4043"/>
                    <a:pt x="2022" y="4043"/>
                  </a:cubicBezTo>
                  <a:cubicBezTo>
                    <a:pt x="905" y="4043"/>
                    <a:pt x="0" y="3138"/>
                    <a:pt x="0" y="2022"/>
                  </a:cubicBezTo>
                  <a:cubicBezTo>
                    <a:pt x="0" y="905"/>
                    <a:pt x="905" y="0"/>
                    <a:pt x="2022" y="0"/>
                  </a:cubicBezTo>
                  <a:cubicBezTo>
                    <a:pt x="3138" y="0"/>
                    <a:pt x="4043" y="905"/>
                    <a:pt x="4043" y="202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09" name="Google Shape;609;p12"/>
            <p:cNvSpPr/>
            <p:nvPr/>
          </p:nvSpPr>
          <p:spPr>
            <a:xfrm>
              <a:off x="3514359" y="2686022"/>
              <a:ext cx="34781" cy="34547"/>
            </a:xfrm>
            <a:custGeom>
              <a:rect b="b" l="l" r="r" t="t"/>
              <a:pathLst>
                <a:path extrusionOk="0" h="4125" w="4153">
                  <a:moveTo>
                    <a:pt x="2076" y="4125"/>
                  </a:moveTo>
                  <a:cubicBezTo>
                    <a:pt x="3223" y="4125"/>
                    <a:pt x="4154" y="3201"/>
                    <a:pt x="4154" y="2062"/>
                  </a:cubicBezTo>
                  <a:cubicBezTo>
                    <a:pt x="4154" y="924"/>
                    <a:pt x="3223" y="0"/>
                    <a:pt x="2076" y="0"/>
                  </a:cubicBezTo>
                  <a:cubicBezTo>
                    <a:pt x="930" y="0"/>
                    <a:pt x="0" y="924"/>
                    <a:pt x="0" y="2062"/>
                  </a:cubicBezTo>
                  <a:cubicBezTo>
                    <a:pt x="0" y="3201"/>
                    <a:pt x="930" y="4125"/>
                    <a:pt x="2076" y="412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0" name="Google Shape;610;p12"/>
            <p:cNvSpPr/>
            <p:nvPr/>
          </p:nvSpPr>
          <p:spPr>
            <a:xfrm>
              <a:off x="3431340" y="2522500"/>
              <a:ext cx="36272" cy="36272"/>
            </a:xfrm>
            <a:custGeom>
              <a:rect b="b" l="l" r="r" t="t"/>
              <a:pathLst>
                <a:path extrusionOk="0" h="4331" w="4331">
                  <a:moveTo>
                    <a:pt x="4332" y="2166"/>
                  </a:moveTo>
                  <a:cubicBezTo>
                    <a:pt x="4332" y="3362"/>
                    <a:pt x="3362" y="4332"/>
                    <a:pt x="2166" y="4332"/>
                  </a:cubicBezTo>
                  <a:cubicBezTo>
                    <a:pt x="970" y="4332"/>
                    <a:pt x="0" y="3362"/>
                    <a:pt x="0" y="2166"/>
                  </a:cubicBezTo>
                  <a:cubicBezTo>
                    <a:pt x="0" y="970"/>
                    <a:pt x="970" y="0"/>
                    <a:pt x="2166" y="0"/>
                  </a:cubicBezTo>
                  <a:cubicBezTo>
                    <a:pt x="3362" y="0"/>
                    <a:pt x="4332" y="970"/>
                    <a:pt x="4332" y="21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1" name="Google Shape;611;p12"/>
            <p:cNvSpPr/>
            <p:nvPr/>
          </p:nvSpPr>
          <p:spPr>
            <a:xfrm>
              <a:off x="3356780" y="2356225"/>
              <a:ext cx="36272" cy="36272"/>
            </a:xfrm>
            <a:custGeom>
              <a:rect b="b" l="l" r="r" t="t"/>
              <a:pathLst>
                <a:path extrusionOk="0" h="4331" w="4331">
                  <a:moveTo>
                    <a:pt x="4332" y="2166"/>
                  </a:moveTo>
                  <a:cubicBezTo>
                    <a:pt x="4332" y="3362"/>
                    <a:pt x="3362" y="4332"/>
                    <a:pt x="2166" y="4332"/>
                  </a:cubicBezTo>
                  <a:cubicBezTo>
                    <a:pt x="970" y="4332"/>
                    <a:pt x="0" y="3362"/>
                    <a:pt x="0" y="2166"/>
                  </a:cubicBezTo>
                  <a:cubicBezTo>
                    <a:pt x="0" y="970"/>
                    <a:pt x="970" y="0"/>
                    <a:pt x="2166" y="0"/>
                  </a:cubicBezTo>
                  <a:cubicBezTo>
                    <a:pt x="3362" y="0"/>
                    <a:pt x="4332" y="970"/>
                    <a:pt x="4332" y="21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2" name="Google Shape;612;p12"/>
            <p:cNvSpPr/>
            <p:nvPr/>
          </p:nvSpPr>
          <p:spPr>
            <a:xfrm>
              <a:off x="3289700" y="2186275"/>
              <a:ext cx="37085" cy="37085"/>
            </a:xfrm>
            <a:custGeom>
              <a:rect b="b" l="l" r="r" t="t"/>
              <a:pathLst>
                <a:path extrusionOk="0" h="4428" w="4428">
                  <a:moveTo>
                    <a:pt x="4428" y="2214"/>
                  </a:moveTo>
                  <a:cubicBezTo>
                    <a:pt x="4428" y="3437"/>
                    <a:pt x="3437" y="4428"/>
                    <a:pt x="2214" y="4428"/>
                  </a:cubicBezTo>
                  <a:cubicBezTo>
                    <a:pt x="991" y="4428"/>
                    <a:pt x="0" y="3437"/>
                    <a:pt x="0" y="2214"/>
                  </a:cubicBezTo>
                  <a:cubicBezTo>
                    <a:pt x="0" y="991"/>
                    <a:pt x="991" y="0"/>
                    <a:pt x="2214" y="0"/>
                  </a:cubicBezTo>
                  <a:cubicBezTo>
                    <a:pt x="3437" y="0"/>
                    <a:pt x="4428" y="991"/>
                    <a:pt x="4428" y="221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3" name="Google Shape;613;p12"/>
            <p:cNvSpPr/>
            <p:nvPr/>
          </p:nvSpPr>
          <p:spPr>
            <a:xfrm>
              <a:off x="3230556" y="2013490"/>
              <a:ext cx="38022" cy="37754"/>
            </a:xfrm>
            <a:custGeom>
              <a:rect b="b" l="l" r="r" t="t"/>
              <a:pathLst>
                <a:path extrusionOk="0" h="4508" w="4540">
                  <a:moveTo>
                    <a:pt x="2270" y="4508"/>
                  </a:moveTo>
                  <a:cubicBezTo>
                    <a:pt x="3524" y="4508"/>
                    <a:pt x="4541" y="3499"/>
                    <a:pt x="4541" y="2254"/>
                  </a:cubicBezTo>
                  <a:cubicBezTo>
                    <a:pt x="4541" y="1009"/>
                    <a:pt x="3524" y="0"/>
                    <a:pt x="2270" y="0"/>
                  </a:cubicBezTo>
                  <a:cubicBezTo>
                    <a:pt x="1016" y="0"/>
                    <a:pt x="0" y="1009"/>
                    <a:pt x="0" y="2254"/>
                  </a:cubicBezTo>
                  <a:cubicBezTo>
                    <a:pt x="0" y="3499"/>
                    <a:pt x="1016" y="4508"/>
                    <a:pt x="2270" y="450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4" name="Google Shape;614;p12"/>
            <p:cNvSpPr/>
            <p:nvPr/>
          </p:nvSpPr>
          <p:spPr>
            <a:xfrm>
              <a:off x="3179295" y="1837651"/>
              <a:ext cx="39497" cy="39497"/>
            </a:xfrm>
            <a:custGeom>
              <a:rect b="b" l="l" r="r" t="t"/>
              <a:pathLst>
                <a:path extrusionOk="0" h="4716" w="4716">
                  <a:moveTo>
                    <a:pt x="4717" y="2358"/>
                  </a:moveTo>
                  <a:cubicBezTo>
                    <a:pt x="4717" y="3661"/>
                    <a:pt x="3661" y="4717"/>
                    <a:pt x="2358" y="4717"/>
                  </a:cubicBezTo>
                  <a:cubicBezTo>
                    <a:pt x="1056" y="4717"/>
                    <a:pt x="0" y="3661"/>
                    <a:pt x="0" y="2358"/>
                  </a:cubicBezTo>
                  <a:cubicBezTo>
                    <a:pt x="0" y="1056"/>
                    <a:pt x="1056" y="0"/>
                    <a:pt x="2358" y="0"/>
                  </a:cubicBezTo>
                  <a:cubicBezTo>
                    <a:pt x="3661" y="0"/>
                    <a:pt x="4717" y="1056"/>
                    <a:pt x="4717" y="23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5" name="Google Shape;615;p12"/>
            <p:cNvSpPr/>
            <p:nvPr/>
          </p:nvSpPr>
          <p:spPr>
            <a:xfrm>
              <a:off x="3136547" y="1660202"/>
              <a:ext cx="40451" cy="40167"/>
            </a:xfrm>
            <a:custGeom>
              <a:rect b="b" l="l" r="r" t="t"/>
              <a:pathLst>
                <a:path extrusionOk="0" h="4796" w="4830">
                  <a:moveTo>
                    <a:pt x="2416" y="4797"/>
                  </a:moveTo>
                  <a:cubicBezTo>
                    <a:pt x="3749" y="4797"/>
                    <a:pt x="4830" y="3722"/>
                    <a:pt x="4830" y="2398"/>
                  </a:cubicBezTo>
                  <a:cubicBezTo>
                    <a:pt x="4830" y="1073"/>
                    <a:pt x="3749" y="0"/>
                    <a:pt x="2416" y="0"/>
                  </a:cubicBezTo>
                  <a:cubicBezTo>
                    <a:pt x="1081" y="0"/>
                    <a:pt x="0" y="1073"/>
                    <a:pt x="0" y="2398"/>
                  </a:cubicBezTo>
                  <a:cubicBezTo>
                    <a:pt x="0" y="3722"/>
                    <a:pt x="1081" y="4797"/>
                    <a:pt x="2416" y="479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6" name="Google Shape;616;p12"/>
            <p:cNvSpPr/>
            <p:nvPr/>
          </p:nvSpPr>
          <p:spPr>
            <a:xfrm>
              <a:off x="3102211" y="1480925"/>
              <a:ext cx="41264" cy="40962"/>
            </a:xfrm>
            <a:custGeom>
              <a:rect b="b" l="l" r="r" t="t"/>
              <a:pathLst>
                <a:path extrusionOk="0" h="4891" w="4927">
                  <a:moveTo>
                    <a:pt x="2463" y="4892"/>
                  </a:moveTo>
                  <a:cubicBezTo>
                    <a:pt x="3824" y="4892"/>
                    <a:pt x="4927" y="3797"/>
                    <a:pt x="4927" y="2446"/>
                  </a:cubicBezTo>
                  <a:cubicBezTo>
                    <a:pt x="4927" y="1095"/>
                    <a:pt x="3824" y="0"/>
                    <a:pt x="2463" y="0"/>
                  </a:cubicBezTo>
                  <a:cubicBezTo>
                    <a:pt x="1103" y="0"/>
                    <a:pt x="0" y="1095"/>
                    <a:pt x="0" y="2446"/>
                  </a:cubicBezTo>
                  <a:cubicBezTo>
                    <a:pt x="0" y="3797"/>
                    <a:pt x="1103" y="4892"/>
                    <a:pt x="2463" y="48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7" name="Google Shape;617;p12"/>
            <p:cNvSpPr/>
            <p:nvPr/>
          </p:nvSpPr>
          <p:spPr>
            <a:xfrm>
              <a:off x="3077111" y="1301081"/>
              <a:ext cx="40451" cy="40167"/>
            </a:xfrm>
            <a:custGeom>
              <a:rect b="b" l="l" r="r" t="t"/>
              <a:pathLst>
                <a:path extrusionOk="0" h="4796" w="4830">
                  <a:moveTo>
                    <a:pt x="2415" y="4797"/>
                  </a:moveTo>
                  <a:cubicBezTo>
                    <a:pt x="3749" y="4797"/>
                    <a:pt x="4830" y="3722"/>
                    <a:pt x="4830" y="2398"/>
                  </a:cubicBezTo>
                  <a:cubicBezTo>
                    <a:pt x="4830" y="1073"/>
                    <a:pt x="3749" y="0"/>
                    <a:pt x="2415" y="0"/>
                  </a:cubicBezTo>
                  <a:cubicBezTo>
                    <a:pt x="1081" y="0"/>
                    <a:pt x="0" y="1073"/>
                    <a:pt x="0" y="2398"/>
                  </a:cubicBezTo>
                  <a:cubicBezTo>
                    <a:pt x="0" y="3722"/>
                    <a:pt x="1081" y="4797"/>
                    <a:pt x="2415" y="479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8" name="Google Shape;618;p12"/>
            <p:cNvSpPr/>
            <p:nvPr/>
          </p:nvSpPr>
          <p:spPr>
            <a:xfrm>
              <a:off x="3060944" y="1120588"/>
              <a:ext cx="38692" cy="38692"/>
            </a:xfrm>
            <a:custGeom>
              <a:rect b="b" l="l" r="r" t="t"/>
              <a:pathLst>
                <a:path extrusionOk="0" h="4620" w="4620">
                  <a:moveTo>
                    <a:pt x="4621" y="2310"/>
                  </a:moveTo>
                  <a:cubicBezTo>
                    <a:pt x="4621" y="3586"/>
                    <a:pt x="3586" y="4621"/>
                    <a:pt x="2310" y="4621"/>
                  </a:cubicBezTo>
                  <a:cubicBezTo>
                    <a:pt x="1034" y="4621"/>
                    <a:pt x="0" y="3586"/>
                    <a:pt x="0" y="2310"/>
                  </a:cubicBezTo>
                  <a:cubicBezTo>
                    <a:pt x="0" y="1034"/>
                    <a:pt x="1034" y="0"/>
                    <a:pt x="2310" y="0"/>
                  </a:cubicBezTo>
                  <a:cubicBezTo>
                    <a:pt x="3586" y="0"/>
                    <a:pt x="4621" y="1034"/>
                    <a:pt x="4621" y="231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19" name="Google Shape;619;p12"/>
            <p:cNvSpPr/>
            <p:nvPr/>
          </p:nvSpPr>
          <p:spPr>
            <a:xfrm>
              <a:off x="3052751" y="939225"/>
              <a:ext cx="38022" cy="37763"/>
            </a:xfrm>
            <a:custGeom>
              <a:rect b="b" l="l" r="r" t="t"/>
              <a:pathLst>
                <a:path extrusionOk="0" h="4509" w="4540">
                  <a:moveTo>
                    <a:pt x="2271" y="4509"/>
                  </a:moveTo>
                  <a:cubicBezTo>
                    <a:pt x="3524" y="4509"/>
                    <a:pt x="4541" y="3499"/>
                    <a:pt x="4541" y="2255"/>
                  </a:cubicBezTo>
                  <a:cubicBezTo>
                    <a:pt x="4541" y="1010"/>
                    <a:pt x="3524" y="0"/>
                    <a:pt x="2271" y="0"/>
                  </a:cubicBezTo>
                  <a:cubicBezTo>
                    <a:pt x="1016" y="0"/>
                    <a:pt x="0" y="1010"/>
                    <a:pt x="0" y="2255"/>
                  </a:cubicBezTo>
                  <a:cubicBezTo>
                    <a:pt x="0" y="3499"/>
                    <a:pt x="1016" y="4509"/>
                    <a:pt x="2271" y="450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0" name="Google Shape;620;p12"/>
            <p:cNvSpPr/>
            <p:nvPr/>
          </p:nvSpPr>
          <p:spPr>
            <a:xfrm>
              <a:off x="3051947" y="756419"/>
              <a:ext cx="39631" cy="39354"/>
            </a:xfrm>
            <a:custGeom>
              <a:rect b="b" l="l" r="r" t="t"/>
              <a:pathLst>
                <a:path extrusionOk="0" h="4699" w="4732">
                  <a:moveTo>
                    <a:pt x="2367" y="4700"/>
                  </a:moveTo>
                  <a:cubicBezTo>
                    <a:pt x="3674" y="4700"/>
                    <a:pt x="4733" y="3648"/>
                    <a:pt x="4733" y="2350"/>
                  </a:cubicBezTo>
                  <a:cubicBezTo>
                    <a:pt x="4733" y="1052"/>
                    <a:pt x="3674" y="0"/>
                    <a:pt x="2367" y="0"/>
                  </a:cubicBezTo>
                  <a:cubicBezTo>
                    <a:pt x="1059" y="0"/>
                    <a:pt x="0" y="1052"/>
                    <a:pt x="0" y="2350"/>
                  </a:cubicBezTo>
                  <a:cubicBezTo>
                    <a:pt x="0" y="3648"/>
                    <a:pt x="1059" y="4700"/>
                    <a:pt x="2367" y="47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1" name="Google Shape;621;p12"/>
            <p:cNvSpPr/>
            <p:nvPr/>
          </p:nvSpPr>
          <p:spPr>
            <a:xfrm>
              <a:off x="3058448" y="572578"/>
              <a:ext cx="43684" cy="43382"/>
            </a:xfrm>
            <a:custGeom>
              <a:rect b="b" l="l" r="r" t="t"/>
              <a:pathLst>
                <a:path extrusionOk="0" h="5180" w="5216">
                  <a:moveTo>
                    <a:pt x="2609" y="5181"/>
                  </a:moveTo>
                  <a:cubicBezTo>
                    <a:pt x="4049" y="5181"/>
                    <a:pt x="5217" y="4021"/>
                    <a:pt x="5217" y="2591"/>
                  </a:cubicBezTo>
                  <a:cubicBezTo>
                    <a:pt x="5217" y="1160"/>
                    <a:pt x="4049" y="0"/>
                    <a:pt x="2609" y="0"/>
                  </a:cubicBezTo>
                  <a:cubicBezTo>
                    <a:pt x="1168" y="0"/>
                    <a:pt x="0" y="1160"/>
                    <a:pt x="0" y="2591"/>
                  </a:cubicBezTo>
                  <a:cubicBezTo>
                    <a:pt x="0" y="4021"/>
                    <a:pt x="1168" y="5181"/>
                    <a:pt x="2609" y="51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2" name="Google Shape;622;p12"/>
            <p:cNvSpPr/>
            <p:nvPr/>
          </p:nvSpPr>
          <p:spPr>
            <a:xfrm>
              <a:off x="3073069" y="388940"/>
              <a:ext cx="48533" cy="48190"/>
            </a:xfrm>
            <a:custGeom>
              <a:rect b="b" l="l" r="r" t="t"/>
              <a:pathLst>
                <a:path extrusionOk="0" h="5754" w="5795">
                  <a:moveTo>
                    <a:pt x="2898" y="5755"/>
                  </a:moveTo>
                  <a:cubicBezTo>
                    <a:pt x="4499" y="5755"/>
                    <a:pt x="5796" y="4467"/>
                    <a:pt x="5796" y="2878"/>
                  </a:cubicBezTo>
                  <a:cubicBezTo>
                    <a:pt x="5796" y="1289"/>
                    <a:pt x="4499" y="0"/>
                    <a:pt x="2898" y="0"/>
                  </a:cubicBezTo>
                  <a:cubicBezTo>
                    <a:pt x="1297" y="0"/>
                    <a:pt x="0" y="1289"/>
                    <a:pt x="0" y="2878"/>
                  </a:cubicBezTo>
                  <a:cubicBezTo>
                    <a:pt x="0" y="4467"/>
                    <a:pt x="1297" y="5755"/>
                    <a:pt x="2898" y="57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3" name="Google Shape;623;p12"/>
            <p:cNvSpPr/>
            <p:nvPr/>
          </p:nvSpPr>
          <p:spPr>
            <a:xfrm>
              <a:off x="3096551" y="206681"/>
              <a:ext cx="52587" cy="52218"/>
            </a:xfrm>
            <a:custGeom>
              <a:rect b="b" l="l" r="r" t="t"/>
              <a:pathLst>
                <a:path extrusionOk="0" h="6235" w="6279">
                  <a:moveTo>
                    <a:pt x="3139" y="6235"/>
                  </a:moveTo>
                  <a:cubicBezTo>
                    <a:pt x="4874" y="6235"/>
                    <a:pt x="6280" y="4840"/>
                    <a:pt x="6280" y="3118"/>
                  </a:cubicBezTo>
                  <a:cubicBezTo>
                    <a:pt x="6280" y="1395"/>
                    <a:pt x="4874" y="0"/>
                    <a:pt x="3139" y="0"/>
                  </a:cubicBezTo>
                  <a:cubicBezTo>
                    <a:pt x="1406" y="0"/>
                    <a:pt x="0" y="1395"/>
                    <a:pt x="0" y="3118"/>
                  </a:cubicBezTo>
                  <a:cubicBezTo>
                    <a:pt x="0" y="4840"/>
                    <a:pt x="1406" y="6235"/>
                    <a:pt x="3139" y="623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3129671" y="27011"/>
              <a:ext cx="54203" cy="53818"/>
            </a:xfrm>
            <a:custGeom>
              <a:rect b="b" l="l" r="r" t="t"/>
              <a:pathLst>
                <a:path extrusionOk="0" h="6426" w="6472">
                  <a:moveTo>
                    <a:pt x="3237" y="6426"/>
                  </a:moveTo>
                  <a:cubicBezTo>
                    <a:pt x="5023" y="6426"/>
                    <a:pt x="6472" y="4987"/>
                    <a:pt x="6472" y="3213"/>
                  </a:cubicBezTo>
                  <a:cubicBezTo>
                    <a:pt x="6472" y="1438"/>
                    <a:pt x="5023" y="0"/>
                    <a:pt x="3237" y="0"/>
                  </a:cubicBezTo>
                  <a:cubicBezTo>
                    <a:pt x="1449" y="0"/>
                    <a:pt x="0" y="1438"/>
                    <a:pt x="0" y="3213"/>
                  </a:cubicBezTo>
                  <a:cubicBezTo>
                    <a:pt x="0" y="4987"/>
                    <a:pt x="1449" y="6426"/>
                    <a:pt x="3237" y="64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7003060" y="4916737"/>
              <a:ext cx="12939" cy="12839"/>
            </a:xfrm>
            <a:custGeom>
              <a:rect b="b" l="l" r="r" t="t"/>
              <a:pathLst>
                <a:path extrusionOk="0" h="1533" w="1545">
                  <a:moveTo>
                    <a:pt x="773" y="1533"/>
                  </a:moveTo>
                  <a:cubicBezTo>
                    <a:pt x="1200" y="1533"/>
                    <a:pt x="1546" y="1191"/>
                    <a:pt x="1546" y="771"/>
                  </a:cubicBezTo>
                  <a:cubicBezTo>
                    <a:pt x="1546" y="343"/>
                    <a:pt x="1200" y="0"/>
                    <a:pt x="773" y="0"/>
                  </a:cubicBezTo>
                  <a:cubicBezTo>
                    <a:pt x="347" y="0"/>
                    <a:pt x="0" y="343"/>
                    <a:pt x="0" y="771"/>
                  </a:cubicBezTo>
                  <a:cubicBezTo>
                    <a:pt x="0" y="1191"/>
                    <a:pt x="347" y="1533"/>
                    <a:pt x="773" y="15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6815800" y="4908572"/>
              <a:ext cx="20961" cy="20961"/>
            </a:xfrm>
            <a:custGeom>
              <a:rect b="b" l="l" r="r" t="t"/>
              <a:pathLst>
                <a:path extrusionOk="0" h="2502" w="2502">
                  <a:moveTo>
                    <a:pt x="2502" y="1251"/>
                  </a:moveTo>
                  <a:cubicBezTo>
                    <a:pt x="2502" y="1942"/>
                    <a:pt x="1942" y="2502"/>
                    <a:pt x="1251" y="2502"/>
                  </a:cubicBezTo>
                  <a:cubicBezTo>
                    <a:pt x="560" y="2502"/>
                    <a:pt x="0" y="1942"/>
                    <a:pt x="0" y="1251"/>
                  </a:cubicBezTo>
                  <a:cubicBezTo>
                    <a:pt x="0" y="560"/>
                    <a:pt x="560" y="0"/>
                    <a:pt x="1251" y="0"/>
                  </a:cubicBezTo>
                  <a:cubicBezTo>
                    <a:pt x="1942" y="0"/>
                    <a:pt x="2502" y="560"/>
                    <a:pt x="2502" y="125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6628421" y="4892003"/>
              <a:ext cx="29941" cy="29673"/>
            </a:xfrm>
            <a:custGeom>
              <a:rect b="b" l="l" r="r" t="t"/>
              <a:pathLst>
                <a:path extrusionOk="0" h="3543" w="3574">
                  <a:moveTo>
                    <a:pt x="1788" y="3543"/>
                  </a:moveTo>
                  <a:cubicBezTo>
                    <a:pt x="2775" y="3543"/>
                    <a:pt x="3575" y="2753"/>
                    <a:pt x="3575" y="1772"/>
                  </a:cubicBezTo>
                  <a:cubicBezTo>
                    <a:pt x="3575" y="791"/>
                    <a:pt x="2775" y="0"/>
                    <a:pt x="1788" y="0"/>
                  </a:cubicBezTo>
                  <a:cubicBezTo>
                    <a:pt x="800" y="0"/>
                    <a:pt x="0" y="791"/>
                    <a:pt x="0" y="1772"/>
                  </a:cubicBezTo>
                  <a:cubicBezTo>
                    <a:pt x="0" y="2753"/>
                    <a:pt x="800" y="3543"/>
                    <a:pt x="1788" y="354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6442222" y="4867588"/>
              <a:ext cx="38022" cy="37729"/>
            </a:xfrm>
            <a:custGeom>
              <a:rect b="b" l="l" r="r" t="t"/>
              <a:pathLst>
                <a:path extrusionOk="0" h="4505" w="4540">
                  <a:moveTo>
                    <a:pt x="2271" y="4505"/>
                  </a:moveTo>
                  <a:cubicBezTo>
                    <a:pt x="3524" y="4505"/>
                    <a:pt x="4541" y="3496"/>
                    <a:pt x="4541" y="2248"/>
                  </a:cubicBezTo>
                  <a:cubicBezTo>
                    <a:pt x="4541" y="1010"/>
                    <a:pt x="3524" y="0"/>
                    <a:pt x="2271" y="0"/>
                  </a:cubicBezTo>
                  <a:cubicBezTo>
                    <a:pt x="1016" y="0"/>
                    <a:pt x="0" y="1010"/>
                    <a:pt x="0" y="2248"/>
                  </a:cubicBezTo>
                  <a:cubicBezTo>
                    <a:pt x="0" y="3496"/>
                    <a:pt x="1016" y="4505"/>
                    <a:pt x="2271" y="45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6258811" y="4836581"/>
              <a:ext cx="42729" cy="42729"/>
            </a:xfrm>
            <a:custGeom>
              <a:rect b="b" l="l" r="r" t="t"/>
              <a:pathLst>
                <a:path extrusionOk="0" h="5102" w="5102">
                  <a:moveTo>
                    <a:pt x="5103" y="2551"/>
                  </a:moveTo>
                  <a:cubicBezTo>
                    <a:pt x="5103" y="3960"/>
                    <a:pt x="3960" y="5103"/>
                    <a:pt x="2551" y="5103"/>
                  </a:cubicBezTo>
                  <a:cubicBezTo>
                    <a:pt x="1142" y="5103"/>
                    <a:pt x="0" y="3960"/>
                    <a:pt x="0" y="2551"/>
                  </a:cubicBezTo>
                  <a:cubicBezTo>
                    <a:pt x="0" y="1142"/>
                    <a:pt x="1142" y="0"/>
                    <a:pt x="2551" y="0"/>
                  </a:cubicBezTo>
                  <a:cubicBezTo>
                    <a:pt x="3960" y="0"/>
                    <a:pt x="5103" y="1142"/>
                    <a:pt x="5103" y="255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6079571" y="4800581"/>
              <a:ext cx="42068" cy="41800"/>
            </a:xfrm>
            <a:custGeom>
              <a:rect b="b" l="l" r="r" t="t"/>
              <a:pathLst>
                <a:path extrusionOk="0" h="4991" w="5023">
                  <a:moveTo>
                    <a:pt x="2512" y="4991"/>
                  </a:moveTo>
                  <a:cubicBezTo>
                    <a:pt x="3899" y="4991"/>
                    <a:pt x="5023" y="3867"/>
                    <a:pt x="5023" y="2496"/>
                  </a:cubicBezTo>
                  <a:cubicBezTo>
                    <a:pt x="5023" y="1114"/>
                    <a:pt x="3899" y="0"/>
                    <a:pt x="2512" y="0"/>
                  </a:cubicBezTo>
                  <a:cubicBezTo>
                    <a:pt x="1124" y="0"/>
                    <a:pt x="0" y="1114"/>
                    <a:pt x="0" y="2496"/>
                  </a:cubicBezTo>
                  <a:cubicBezTo>
                    <a:pt x="0" y="3867"/>
                    <a:pt x="1124" y="4991"/>
                    <a:pt x="2512" y="49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5903832" y="4758144"/>
              <a:ext cx="38022" cy="37729"/>
            </a:xfrm>
            <a:custGeom>
              <a:rect b="b" l="l" r="r" t="t"/>
              <a:pathLst>
                <a:path extrusionOk="0" h="4505" w="4540">
                  <a:moveTo>
                    <a:pt x="2271" y="4505"/>
                  </a:moveTo>
                  <a:cubicBezTo>
                    <a:pt x="3524" y="4505"/>
                    <a:pt x="4541" y="3496"/>
                    <a:pt x="4541" y="2248"/>
                  </a:cubicBezTo>
                  <a:cubicBezTo>
                    <a:pt x="4541" y="1010"/>
                    <a:pt x="3524" y="0"/>
                    <a:pt x="2271" y="0"/>
                  </a:cubicBezTo>
                  <a:cubicBezTo>
                    <a:pt x="1016" y="0"/>
                    <a:pt x="0" y="1010"/>
                    <a:pt x="0" y="2248"/>
                  </a:cubicBezTo>
                  <a:cubicBezTo>
                    <a:pt x="0" y="3496"/>
                    <a:pt x="1016" y="4505"/>
                    <a:pt x="2271" y="45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5731916" y="4709406"/>
              <a:ext cx="30736" cy="30468"/>
            </a:xfrm>
            <a:custGeom>
              <a:rect b="b" l="l" r="r" t="t"/>
              <a:pathLst>
                <a:path extrusionOk="0" h="3638" w="3670">
                  <a:moveTo>
                    <a:pt x="1835" y="3639"/>
                  </a:moveTo>
                  <a:cubicBezTo>
                    <a:pt x="2849" y="3639"/>
                    <a:pt x="3671" y="2829"/>
                    <a:pt x="3671" y="1819"/>
                  </a:cubicBezTo>
                  <a:cubicBezTo>
                    <a:pt x="3671" y="810"/>
                    <a:pt x="2849" y="0"/>
                    <a:pt x="1835" y="0"/>
                  </a:cubicBezTo>
                  <a:cubicBezTo>
                    <a:pt x="822" y="0"/>
                    <a:pt x="0" y="810"/>
                    <a:pt x="0" y="1819"/>
                  </a:cubicBezTo>
                  <a:cubicBezTo>
                    <a:pt x="0" y="2829"/>
                    <a:pt x="822" y="3639"/>
                    <a:pt x="1835" y="36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5562532" y="4652851"/>
              <a:ext cx="23460" cy="23359"/>
            </a:xfrm>
            <a:custGeom>
              <a:rect b="b" l="l" r="r" t="t"/>
              <a:pathLst>
                <a:path extrusionOk="0" h="2790" w="2802">
                  <a:moveTo>
                    <a:pt x="1401" y="2791"/>
                  </a:moveTo>
                  <a:cubicBezTo>
                    <a:pt x="2175" y="2791"/>
                    <a:pt x="2802" y="2162"/>
                    <a:pt x="2802" y="1391"/>
                  </a:cubicBezTo>
                  <a:cubicBezTo>
                    <a:pt x="2802" y="629"/>
                    <a:pt x="2175" y="0"/>
                    <a:pt x="1401" y="0"/>
                  </a:cubicBezTo>
                  <a:cubicBezTo>
                    <a:pt x="628" y="0"/>
                    <a:pt x="0" y="629"/>
                    <a:pt x="0" y="1391"/>
                  </a:cubicBezTo>
                  <a:cubicBezTo>
                    <a:pt x="0" y="2162"/>
                    <a:pt x="628" y="2791"/>
                    <a:pt x="1401" y="27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5395636" y="4588303"/>
              <a:ext cx="16990" cy="16909"/>
            </a:xfrm>
            <a:custGeom>
              <a:rect b="b" l="l" r="r" t="t"/>
              <a:pathLst>
                <a:path extrusionOk="0" h="2019" w="2028">
                  <a:moveTo>
                    <a:pt x="1014" y="2019"/>
                  </a:moveTo>
                  <a:cubicBezTo>
                    <a:pt x="1575" y="2019"/>
                    <a:pt x="2029" y="1562"/>
                    <a:pt x="2029" y="1010"/>
                  </a:cubicBezTo>
                  <a:cubicBezTo>
                    <a:pt x="2029" y="457"/>
                    <a:pt x="1575" y="0"/>
                    <a:pt x="1014" y="0"/>
                  </a:cubicBezTo>
                  <a:cubicBezTo>
                    <a:pt x="454" y="0"/>
                    <a:pt x="0" y="457"/>
                    <a:pt x="0" y="1010"/>
                  </a:cubicBezTo>
                  <a:cubicBezTo>
                    <a:pt x="0" y="1562"/>
                    <a:pt x="454" y="2019"/>
                    <a:pt x="1014" y="201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5230779" y="4515078"/>
              <a:ext cx="12927" cy="12839"/>
            </a:xfrm>
            <a:custGeom>
              <a:rect b="b" l="l" r="r" t="t"/>
              <a:pathLst>
                <a:path extrusionOk="0" h="1533" w="1544">
                  <a:moveTo>
                    <a:pt x="772" y="1534"/>
                  </a:moveTo>
                  <a:cubicBezTo>
                    <a:pt x="1199" y="1534"/>
                    <a:pt x="1545" y="1191"/>
                    <a:pt x="1545" y="762"/>
                  </a:cubicBezTo>
                  <a:cubicBezTo>
                    <a:pt x="1545" y="343"/>
                    <a:pt x="1199" y="0"/>
                    <a:pt x="772" y="0"/>
                  </a:cubicBezTo>
                  <a:cubicBezTo>
                    <a:pt x="346" y="0"/>
                    <a:pt x="0" y="343"/>
                    <a:pt x="0" y="762"/>
                  </a:cubicBezTo>
                  <a:cubicBezTo>
                    <a:pt x="0" y="1191"/>
                    <a:pt x="346" y="1534"/>
                    <a:pt x="772" y="15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5068272" y="4433175"/>
              <a:ext cx="11284" cy="11284"/>
            </a:xfrm>
            <a:custGeom>
              <a:rect b="b" l="l" r="r" t="t"/>
              <a:pathLst>
                <a:path extrusionOk="0" h="1347" w="1347">
                  <a:moveTo>
                    <a:pt x="1348" y="674"/>
                  </a:moveTo>
                  <a:cubicBezTo>
                    <a:pt x="1348" y="1046"/>
                    <a:pt x="1046" y="1348"/>
                    <a:pt x="674" y="1348"/>
                  </a:cubicBezTo>
                  <a:cubicBezTo>
                    <a:pt x="302" y="1348"/>
                    <a:pt x="0" y="1046"/>
                    <a:pt x="0" y="674"/>
                  </a:cubicBezTo>
                  <a:cubicBezTo>
                    <a:pt x="0" y="302"/>
                    <a:pt x="302" y="0"/>
                    <a:pt x="674" y="0"/>
                  </a:cubicBezTo>
                  <a:cubicBezTo>
                    <a:pt x="1046" y="0"/>
                    <a:pt x="1348" y="302"/>
                    <a:pt x="1348" y="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4908846" y="4343345"/>
              <a:ext cx="11284" cy="11284"/>
            </a:xfrm>
            <a:custGeom>
              <a:rect b="b" l="l" r="r" t="t"/>
              <a:pathLst>
                <a:path extrusionOk="0" h="1347" w="1347">
                  <a:moveTo>
                    <a:pt x="1348" y="674"/>
                  </a:moveTo>
                  <a:cubicBezTo>
                    <a:pt x="1348" y="1046"/>
                    <a:pt x="1046" y="1348"/>
                    <a:pt x="674" y="1348"/>
                  </a:cubicBezTo>
                  <a:cubicBezTo>
                    <a:pt x="302" y="1348"/>
                    <a:pt x="0" y="1046"/>
                    <a:pt x="0" y="674"/>
                  </a:cubicBezTo>
                  <a:cubicBezTo>
                    <a:pt x="0" y="302"/>
                    <a:pt x="302" y="0"/>
                    <a:pt x="674" y="0"/>
                  </a:cubicBezTo>
                  <a:cubicBezTo>
                    <a:pt x="1046" y="0"/>
                    <a:pt x="1348" y="302"/>
                    <a:pt x="1348" y="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4752804" y="4245769"/>
              <a:ext cx="12939" cy="12839"/>
            </a:xfrm>
            <a:custGeom>
              <a:rect b="b" l="l" r="r" t="t"/>
              <a:pathLst>
                <a:path extrusionOk="0" h="1533" w="1545">
                  <a:moveTo>
                    <a:pt x="772" y="1534"/>
                  </a:moveTo>
                  <a:cubicBezTo>
                    <a:pt x="1199" y="1534"/>
                    <a:pt x="1546" y="1191"/>
                    <a:pt x="1546" y="762"/>
                  </a:cubicBezTo>
                  <a:cubicBezTo>
                    <a:pt x="1546" y="343"/>
                    <a:pt x="1199" y="0"/>
                    <a:pt x="772" y="0"/>
                  </a:cubicBezTo>
                  <a:cubicBezTo>
                    <a:pt x="346" y="0"/>
                    <a:pt x="0" y="343"/>
                    <a:pt x="0" y="762"/>
                  </a:cubicBezTo>
                  <a:cubicBezTo>
                    <a:pt x="0" y="1191"/>
                    <a:pt x="346" y="1534"/>
                    <a:pt x="772" y="15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4600904" y="4140869"/>
              <a:ext cx="15373" cy="15305"/>
            </a:xfrm>
            <a:custGeom>
              <a:rect b="b" l="l" r="r" t="t"/>
              <a:pathLst>
                <a:path extrusionOk="0" h="1828" w="1835">
                  <a:moveTo>
                    <a:pt x="918" y="1829"/>
                  </a:moveTo>
                  <a:cubicBezTo>
                    <a:pt x="1425" y="1829"/>
                    <a:pt x="1835" y="1419"/>
                    <a:pt x="1835" y="914"/>
                  </a:cubicBezTo>
                  <a:cubicBezTo>
                    <a:pt x="1835" y="410"/>
                    <a:pt x="1425" y="0"/>
                    <a:pt x="918" y="0"/>
                  </a:cubicBezTo>
                  <a:cubicBezTo>
                    <a:pt x="411" y="0"/>
                    <a:pt x="0" y="410"/>
                    <a:pt x="0" y="914"/>
                  </a:cubicBezTo>
                  <a:cubicBezTo>
                    <a:pt x="0" y="1419"/>
                    <a:pt x="411" y="1829"/>
                    <a:pt x="918" y="18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4453859" y="4029422"/>
              <a:ext cx="17792" cy="17677"/>
            </a:xfrm>
            <a:custGeom>
              <a:rect b="b" l="l" r="r" t="t"/>
              <a:pathLst>
                <a:path extrusionOk="0" h="2110" w="2125">
                  <a:moveTo>
                    <a:pt x="1063" y="2111"/>
                  </a:moveTo>
                  <a:cubicBezTo>
                    <a:pt x="1650" y="2111"/>
                    <a:pt x="2125" y="1638"/>
                    <a:pt x="2125" y="1055"/>
                  </a:cubicBezTo>
                  <a:cubicBezTo>
                    <a:pt x="2125" y="472"/>
                    <a:pt x="1650" y="0"/>
                    <a:pt x="1063" y="0"/>
                  </a:cubicBezTo>
                  <a:cubicBezTo>
                    <a:pt x="476" y="0"/>
                    <a:pt x="0" y="472"/>
                    <a:pt x="0" y="1055"/>
                  </a:cubicBezTo>
                  <a:cubicBezTo>
                    <a:pt x="0" y="1638"/>
                    <a:pt x="476" y="2111"/>
                    <a:pt x="1063" y="211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4312740" y="3912370"/>
              <a:ext cx="18609" cy="18472"/>
            </a:xfrm>
            <a:custGeom>
              <a:rect b="b" l="l" r="r" t="t"/>
              <a:pathLst>
                <a:path extrusionOk="0" h="2205" w="2222">
                  <a:moveTo>
                    <a:pt x="1111" y="2206"/>
                  </a:moveTo>
                  <a:cubicBezTo>
                    <a:pt x="1725" y="2206"/>
                    <a:pt x="2222" y="1713"/>
                    <a:pt x="2222" y="1103"/>
                  </a:cubicBezTo>
                  <a:cubicBezTo>
                    <a:pt x="2222" y="493"/>
                    <a:pt x="1725" y="0"/>
                    <a:pt x="1111" y="0"/>
                  </a:cubicBezTo>
                  <a:cubicBezTo>
                    <a:pt x="497" y="0"/>
                    <a:pt x="0" y="493"/>
                    <a:pt x="0" y="1103"/>
                  </a:cubicBezTo>
                  <a:cubicBezTo>
                    <a:pt x="0" y="1713"/>
                    <a:pt x="497" y="2206"/>
                    <a:pt x="1111" y="220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4177034" y="3789163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2"/>
                  </a:cubicBezTo>
                  <a:cubicBezTo>
                    <a:pt x="2318" y="515"/>
                    <a:pt x="1799" y="0"/>
                    <a:pt x="1159" y="0"/>
                  </a:cubicBezTo>
                  <a:cubicBezTo>
                    <a:pt x="518" y="0"/>
                    <a:pt x="0" y="515"/>
                    <a:pt x="0" y="1152"/>
                  </a:cubicBezTo>
                  <a:cubicBezTo>
                    <a:pt x="0" y="1787"/>
                    <a:pt x="518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4047408" y="3660452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2"/>
                  </a:cubicBezTo>
                  <a:cubicBezTo>
                    <a:pt x="2318" y="515"/>
                    <a:pt x="1799" y="0"/>
                    <a:pt x="1159" y="0"/>
                  </a:cubicBezTo>
                  <a:cubicBezTo>
                    <a:pt x="519" y="0"/>
                    <a:pt x="0" y="515"/>
                    <a:pt x="0" y="1152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3923342" y="3525706"/>
              <a:ext cx="20217" cy="20077"/>
            </a:xfrm>
            <a:custGeom>
              <a:rect b="b" l="l" r="r" t="t"/>
              <a:pathLst>
                <a:path extrusionOk="0" h="2398" w="2414">
                  <a:moveTo>
                    <a:pt x="1207" y="2398"/>
                  </a:moveTo>
                  <a:cubicBezTo>
                    <a:pt x="1875" y="2398"/>
                    <a:pt x="2415" y="1861"/>
                    <a:pt x="2415" y="1199"/>
                  </a:cubicBezTo>
                  <a:cubicBezTo>
                    <a:pt x="2415" y="536"/>
                    <a:pt x="1875" y="0"/>
                    <a:pt x="1207" y="0"/>
                  </a:cubicBezTo>
                  <a:cubicBezTo>
                    <a:pt x="540" y="0"/>
                    <a:pt x="0" y="536"/>
                    <a:pt x="0" y="1199"/>
                  </a:cubicBezTo>
                  <a:cubicBezTo>
                    <a:pt x="0" y="1861"/>
                    <a:pt x="540" y="2398"/>
                    <a:pt x="1207" y="239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3805458" y="3385575"/>
              <a:ext cx="21030" cy="20873"/>
            </a:xfrm>
            <a:custGeom>
              <a:rect b="b" l="l" r="r" t="t"/>
              <a:pathLst>
                <a:path extrusionOk="0" h="2493" w="2511">
                  <a:moveTo>
                    <a:pt x="1255" y="2494"/>
                  </a:moveTo>
                  <a:cubicBezTo>
                    <a:pt x="1949" y="2494"/>
                    <a:pt x="2512" y="1935"/>
                    <a:pt x="2512" y="1247"/>
                  </a:cubicBezTo>
                  <a:cubicBezTo>
                    <a:pt x="2512" y="558"/>
                    <a:pt x="1949" y="0"/>
                    <a:pt x="1255" y="0"/>
                  </a:cubicBezTo>
                  <a:cubicBezTo>
                    <a:pt x="562" y="0"/>
                    <a:pt x="0" y="558"/>
                    <a:pt x="0" y="1247"/>
                  </a:cubicBezTo>
                  <a:cubicBezTo>
                    <a:pt x="0" y="1935"/>
                    <a:pt x="562" y="2494"/>
                    <a:pt x="1255" y="24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3693645" y="3239902"/>
              <a:ext cx="22564" cy="22564"/>
            </a:xfrm>
            <a:custGeom>
              <a:rect b="b" l="l" r="r" t="t"/>
              <a:pathLst>
                <a:path extrusionOk="0" h="2695" w="2695">
                  <a:moveTo>
                    <a:pt x="2696" y="1348"/>
                  </a:moveTo>
                  <a:cubicBezTo>
                    <a:pt x="2696" y="2092"/>
                    <a:pt x="2092" y="2696"/>
                    <a:pt x="1348" y="2696"/>
                  </a:cubicBezTo>
                  <a:cubicBezTo>
                    <a:pt x="603" y="2696"/>
                    <a:pt x="0" y="2092"/>
                    <a:pt x="0" y="1348"/>
                  </a:cubicBezTo>
                  <a:cubicBezTo>
                    <a:pt x="0" y="603"/>
                    <a:pt x="603" y="0"/>
                    <a:pt x="1348" y="0"/>
                  </a:cubicBezTo>
                  <a:cubicBezTo>
                    <a:pt x="2092" y="0"/>
                    <a:pt x="2696" y="603"/>
                    <a:pt x="2696" y="13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3588818" y="3089922"/>
              <a:ext cx="23465" cy="23299"/>
            </a:xfrm>
            <a:custGeom>
              <a:rect b="b" l="l" r="r" t="t"/>
              <a:pathLst>
                <a:path extrusionOk="0" h="2782" w="2801">
                  <a:moveTo>
                    <a:pt x="1400" y="2782"/>
                  </a:moveTo>
                  <a:cubicBezTo>
                    <a:pt x="2174" y="2782"/>
                    <a:pt x="2801" y="2159"/>
                    <a:pt x="2801" y="1391"/>
                  </a:cubicBezTo>
                  <a:cubicBezTo>
                    <a:pt x="2801" y="623"/>
                    <a:pt x="2174" y="0"/>
                    <a:pt x="1400" y="0"/>
                  </a:cubicBezTo>
                  <a:cubicBezTo>
                    <a:pt x="627" y="0"/>
                    <a:pt x="0" y="623"/>
                    <a:pt x="0" y="1391"/>
                  </a:cubicBezTo>
                  <a:cubicBezTo>
                    <a:pt x="0" y="2159"/>
                    <a:pt x="627" y="2782"/>
                    <a:pt x="1400" y="27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3490886" y="2935406"/>
              <a:ext cx="24262" cy="24095"/>
            </a:xfrm>
            <a:custGeom>
              <a:rect b="b" l="l" r="r" t="t"/>
              <a:pathLst>
                <a:path extrusionOk="0" h="2877" w="2897">
                  <a:moveTo>
                    <a:pt x="1449" y="2878"/>
                  </a:moveTo>
                  <a:cubicBezTo>
                    <a:pt x="2249" y="2878"/>
                    <a:pt x="2897" y="2234"/>
                    <a:pt x="2897" y="1438"/>
                  </a:cubicBezTo>
                  <a:cubicBezTo>
                    <a:pt x="2897" y="644"/>
                    <a:pt x="2249" y="0"/>
                    <a:pt x="1449" y="0"/>
                  </a:cubicBezTo>
                  <a:cubicBezTo>
                    <a:pt x="649" y="0"/>
                    <a:pt x="0" y="644"/>
                    <a:pt x="0" y="1438"/>
                  </a:cubicBezTo>
                  <a:cubicBezTo>
                    <a:pt x="0" y="2234"/>
                    <a:pt x="649" y="2878"/>
                    <a:pt x="1449" y="287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3400013" y="2776685"/>
              <a:ext cx="25075" cy="24899"/>
            </a:xfrm>
            <a:custGeom>
              <a:rect b="b" l="l" r="r" t="t"/>
              <a:pathLst>
                <a:path extrusionOk="0" h="2973" w="2994">
                  <a:moveTo>
                    <a:pt x="1497" y="2974"/>
                  </a:moveTo>
                  <a:cubicBezTo>
                    <a:pt x="2324" y="2974"/>
                    <a:pt x="2995" y="2308"/>
                    <a:pt x="2995" y="1487"/>
                  </a:cubicBezTo>
                  <a:cubicBezTo>
                    <a:pt x="2995" y="666"/>
                    <a:pt x="2324" y="0"/>
                    <a:pt x="1497" y="0"/>
                  </a:cubicBezTo>
                  <a:cubicBezTo>
                    <a:pt x="671" y="0"/>
                    <a:pt x="0" y="666"/>
                    <a:pt x="0" y="1487"/>
                  </a:cubicBezTo>
                  <a:cubicBezTo>
                    <a:pt x="0" y="2308"/>
                    <a:pt x="671" y="2974"/>
                    <a:pt x="1497" y="29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3316391" y="2614114"/>
              <a:ext cx="25879" cy="25694"/>
            </a:xfrm>
            <a:custGeom>
              <a:rect b="b" l="l" r="r" t="t"/>
              <a:pathLst>
                <a:path extrusionOk="0" h="3068" w="3090">
                  <a:moveTo>
                    <a:pt x="1546" y="3069"/>
                  </a:moveTo>
                  <a:cubicBezTo>
                    <a:pt x="2399" y="3069"/>
                    <a:pt x="3091" y="2382"/>
                    <a:pt x="3091" y="1534"/>
                  </a:cubicBezTo>
                  <a:cubicBezTo>
                    <a:pt x="3091" y="687"/>
                    <a:pt x="2399" y="0"/>
                    <a:pt x="1546" y="0"/>
                  </a:cubicBezTo>
                  <a:cubicBezTo>
                    <a:pt x="692" y="0"/>
                    <a:pt x="0" y="687"/>
                    <a:pt x="0" y="1534"/>
                  </a:cubicBezTo>
                  <a:cubicBezTo>
                    <a:pt x="0" y="2382"/>
                    <a:pt x="692" y="3069"/>
                    <a:pt x="1546" y="306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3240176" y="2447985"/>
              <a:ext cx="26699" cy="26507"/>
            </a:xfrm>
            <a:custGeom>
              <a:rect b="b" l="l" r="r" t="t"/>
              <a:pathLst>
                <a:path extrusionOk="0" h="3165" w="3188">
                  <a:moveTo>
                    <a:pt x="1594" y="3165"/>
                  </a:moveTo>
                  <a:cubicBezTo>
                    <a:pt x="2475" y="3165"/>
                    <a:pt x="3188" y="2457"/>
                    <a:pt x="3188" y="1582"/>
                  </a:cubicBezTo>
                  <a:cubicBezTo>
                    <a:pt x="3188" y="708"/>
                    <a:pt x="2475" y="0"/>
                    <a:pt x="1594" y="0"/>
                  </a:cubicBezTo>
                  <a:cubicBezTo>
                    <a:pt x="714" y="0"/>
                    <a:pt x="0" y="708"/>
                    <a:pt x="0" y="1582"/>
                  </a:cubicBezTo>
                  <a:cubicBezTo>
                    <a:pt x="0" y="2457"/>
                    <a:pt x="714" y="3165"/>
                    <a:pt x="1594" y="316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3171578" y="2278593"/>
              <a:ext cx="27403" cy="27403"/>
            </a:xfrm>
            <a:custGeom>
              <a:rect b="b" l="l" r="r" t="t"/>
              <a:pathLst>
                <a:path extrusionOk="0" h="3272" w="3272">
                  <a:moveTo>
                    <a:pt x="3273" y="1636"/>
                  </a:moveTo>
                  <a:cubicBezTo>
                    <a:pt x="3273" y="2540"/>
                    <a:pt x="2540" y="3273"/>
                    <a:pt x="1636" y="3273"/>
                  </a:cubicBezTo>
                  <a:cubicBezTo>
                    <a:pt x="733" y="3273"/>
                    <a:pt x="0" y="2540"/>
                    <a:pt x="0" y="1636"/>
                  </a:cubicBezTo>
                  <a:cubicBezTo>
                    <a:pt x="0" y="733"/>
                    <a:pt x="733" y="0"/>
                    <a:pt x="1636" y="0"/>
                  </a:cubicBezTo>
                  <a:cubicBezTo>
                    <a:pt x="2540" y="0"/>
                    <a:pt x="3273" y="733"/>
                    <a:pt x="3273" y="163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3110176" y="2106036"/>
              <a:ext cx="29120" cy="28910"/>
            </a:xfrm>
            <a:custGeom>
              <a:rect b="b" l="l" r="r" t="t"/>
              <a:pathLst>
                <a:path extrusionOk="0" h="3452" w="3477">
                  <a:moveTo>
                    <a:pt x="1739" y="3453"/>
                  </a:moveTo>
                  <a:cubicBezTo>
                    <a:pt x="2699" y="3453"/>
                    <a:pt x="3478" y="2679"/>
                    <a:pt x="3478" y="1726"/>
                  </a:cubicBezTo>
                  <a:cubicBezTo>
                    <a:pt x="3478" y="772"/>
                    <a:pt x="2699" y="0"/>
                    <a:pt x="1739" y="0"/>
                  </a:cubicBezTo>
                  <a:cubicBezTo>
                    <a:pt x="779" y="0"/>
                    <a:pt x="0" y="772"/>
                    <a:pt x="0" y="1726"/>
                  </a:cubicBezTo>
                  <a:cubicBezTo>
                    <a:pt x="0" y="2679"/>
                    <a:pt x="779" y="3453"/>
                    <a:pt x="1739" y="34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3056647" y="1930911"/>
              <a:ext cx="30736" cy="30519"/>
            </a:xfrm>
            <a:custGeom>
              <a:rect b="b" l="l" r="r" t="t"/>
              <a:pathLst>
                <a:path extrusionOk="0" h="3644" w="3670">
                  <a:moveTo>
                    <a:pt x="1835" y="3644"/>
                  </a:moveTo>
                  <a:cubicBezTo>
                    <a:pt x="2849" y="3644"/>
                    <a:pt x="3671" y="2829"/>
                    <a:pt x="3671" y="1822"/>
                  </a:cubicBezTo>
                  <a:cubicBezTo>
                    <a:pt x="3671" y="815"/>
                    <a:pt x="2849" y="0"/>
                    <a:pt x="1835" y="0"/>
                  </a:cubicBezTo>
                  <a:cubicBezTo>
                    <a:pt x="822" y="0"/>
                    <a:pt x="0" y="815"/>
                    <a:pt x="0" y="1822"/>
                  </a:cubicBezTo>
                  <a:cubicBezTo>
                    <a:pt x="0" y="2829"/>
                    <a:pt x="822" y="3644"/>
                    <a:pt x="1835" y="36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3011046" y="1753590"/>
              <a:ext cx="32361" cy="32135"/>
            </a:xfrm>
            <a:custGeom>
              <a:rect b="b" l="l" r="r" t="t"/>
              <a:pathLst>
                <a:path extrusionOk="0" h="3837" w="3864">
                  <a:moveTo>
                    <a:pt x="1933" y="3838"/>
                  </a:moveTo>
                  <a:cubicBezTo>
                    <a:pt x="3000" y="3838"/>
                    <a:pt x="3864" y="2978"/>
                    <a:pt x="3864" y="1918"/>
                  </a:cubicBezTo>
                  <a:cubicBezTo>
                    <a:pt x="3864" y="859"/>
                    <a:pt x="3000" y="0"/>
                    <a:pt x="1933" y="0"/>
                  </a:cubicBezTo>
                  <a:cubicBezTo>
                    <a:pt x="865" y="0"/>
                    <a:pt x="0" y="859"/>
                    <a:pt x="0" y="1918"/>
                  </a:cubicBezTo>
                  <a:cubicBezTo>
                    <a:pt x="0" y="2978"/>
                    <a:pt x="865" y="3838"/>
                    <a:pt x="1933" y="383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2974278" y="1575273"/>
              <a:ext cx="32361" cy="32126"/>
            </a:xfrm>
            <a:custGeom>
              <a:rect b="b" l="l" r="r" t="t"/>
              <a:pathLst>
                <a:path extrusionOk="0" h="3836" w="3864">
                  <a:moveTo>
                    <a:pt x="1932" y="3837"/>
                  </a:moveTo>
                  <a:cubicBezTo>
                    <a:pt x="2999" y="3837"/>
                    <a:pt x="3864" y="2978"/>
                    <a:pt x="3864" y="1918"/>
                  </a:cubicBezTo>
                  <a:cubicBezTo>
                    <a:pt x="3864" y="858"/>
                    <a:pt x="2999" y="0"/>
                    <a:pt x="1932" y="0"/>
                  </a:cubicBezTo>
                  <a:cubicBezTo>
                    <a:pt x="865" y="0"/>
                    <a:pt x="0" y="858"/>
                    <a:pt x="0" y="1918"/>
                  </a:cubicBezTo>
                  <a:cubicBezTo>
                    <a:pt x="0" y="2978"/>
                    <a:pt x="865" y="3837"/>
                    <a:pt x="1932" y="383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2946004" y="1395895"/>
              <a:ext cx="31549" cy="31323"/>
            </a:xfrm>
            <a:custGeom>
              <a:rect b="b" l="l" r="r" t="t"/>
              <a:pathLst>
                <a:path extrusionOk="0" h="3740" w="3767">
                  <a:moveTo>
                    <a:pt x="1884" y="3740"/>
                  </a:moveTo>
                  <a:cubicBezTo>
                    <a:pt x="2924" y="3740"/>
                    <a:pt x="3767" y="2903"/>
                    <a:pt x="3767" y="1870"/>
                  </a:cubicBezTo>
                  <a:cubicBezTo>
                    <a:pt x="3767" y="837"/>
                    <a:pt x="2924" y="0"/>
                    <a:pt x="1884" y="0"/>
                  </a:cubicBezTo>
                  <a:cubicBezTo>
                    <a:pt x="843" y="0"/>
                    <a:pt x="0" y="837"/>
                    <a:pt x="0" y="1870"/>
                  </a:cubicBezTo>
                  <a:cubicBezTo>
                    <a:pt x="0" y="2903"/>
                    <a:pt x="843" y="3740"/>
                    <a:pt x="1884" y="374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2926354" y="1215777"/>
              <a:ext cx="29823" cy="29823"/>
            </a:xfrm>
            <a:custGeom>
              <a:rect b="b" l="l" r="r" t="t"/>
              <a:pathLst>
                <a:path extrusionOk="0" h="3561" w="3561">
                  <a:moveTo>
                    <a:pt x="3561" y="1781"/>
                  </a:moveTo>
                  <a:cubicBezTo>
                    <a:pt x="3561" y="2764"/>
                    <a:pt x="2764" y="3561"/>
                    <a:pt x="1781" y="3561"/>
                  </a:cubicBezTo>
                  <a:cubicBezTo>
                    <a:pt x="797" y="3561"/>
                    <a:pt x="0" y="2764"/>
                    <a:pt x="0" y="1781"/>
                  </a:cubicBezTo>
                  <a:cubicBezTo>
                    <a:pt x="0" y="797"/>
                    <a:pt x="797" y="0"/>
                    <a:pt x="1781" y="0"/>
                  </a:cubicBezTo>
                  <a:cubicBezTo>
                    <a:pt x="2764" y="0"/>
                    <a:pt x="3561" y="797"/>
                    <a:pt x="3561" y="17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2914375" y="1034616"/>
              <a:ext cx="29120" cy="28919"/>
            </a:xfrm>
            <a:custGeom>
              <a:rect b="b" l="l" r="r" t="t"/>
              <a:pathLst>
                <a:path extrusionOk="0" h="3453" w="3477">
                  <a:moveTo>
                    <a:pt x="1738" y="3454"/>
                  </a:moveTo>
                  <a:cubicBezTo>
                    <a:pt x="2698" y="3454"/>
                    <a:pt x="3478" y="2680"/>
                    <a:pt x="3478" y="1727"/>
                  </a:cubicBezTo>
                  <a:cubicBezTo>
                    <a:pt x="3478" y="773"/>
                    <a:pt x="2698" y="0"/>
                    <a:pt x="1738" y="0"/>
                  </a:cubicBezTo>
                  <a:cubicBezTo>
                    <a:pt x="778" y="0"/>
                    <a:pt x="0" y="773"/>
                    <a:pt x="0" y="1727"/>
                  </a:cubicBezTo>
                  <a:cubicBezTo>
                    <a:pt x="0" y="2680"/>
                    <a:pt x="778" y="3454"/>
                    <a:pt x="1738" y="345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2910251" y="852641"/>
              <a:ext cx="29120" cy="28910"/>
            </a:xfrm>
            <a:custGeom>
              <a:rect b="b" l="l" r="r" t="t"/>
              <a:pathLst>
                <a:path extrusionOk="0" h="3452" w="3477">
                  <a:moveTo>
                    <a:pt x="1739" y="3453"/>
                  </a:moveTo>
                  <a:cubicBezTo>
                    <a:pt x="2699" y="3453"/>
                    <a:pt x="3478" y="2680"/>
                    <a:pt x="3478" y="1727"/>
                  </a:cubicBezTo>
                  <a:cubicBezTo>
                    <a:pt x="3478" y="772"/>
                    <a:pt x="2699" y="0"/>
                    <a:pt x="1739" y="0"/>
                  </a:cubicBezTo>
                  <a:cubicBezTo>
                    <a:pt x="778" y="0"/>
                    <a:pt x="0" y="772"/>
                    <a:pt x="0" y="1727"/>
                  </a:cubicBezTo>
                  <a:cubicBezTo>
                    <a:pt x="0" y="2680"/>
                    <a:pt x="778" y="3453"/>
                    <a:pt x="1739" y="34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2913552" y="669871"/>
              <a:ext cx="30745" cy="30519"/>
            </a:xfrm>
            <a:custGeom>
              <a:rect b="b" l="l" r="r" t="t"/>
              <a:pathLst>
                <a:path extrusionOk="0" h="3644" w="3671">
                  <a:moveTo>
                    <a:pt x="1835" y="3644"/>
                  </a:moveTo>
                  <a:cubicBezTo>
                    <a:pt x="2849" y="3644"/>
                    <a:pt x="3671" y="2829"/>
                    <a:pt x="3671" y="1822"/>
                  </a:cubicBezTo>
                  <a:cubicBezTo>
                    <a:pt x="3671" y="815"/>
                    <a:pt x="2849" y="0"/>
                    <a:pt x="1835" y="0"/>
                  </a:cubicBezTo>
                  <a:cubicBezTo>
                    <a:pt x="822" y="0"/>
                    <a:pt x="0" y="815"/>
                    <a:pt x="0" y="1822"/>
                  </a:cubicBezTo>
                  <a:cubicBezTo>
                    <a:pt x="0" y="2829"/>
                    <a:pt x="822" y="3644"/>
                    <a:pt x="1835" y="36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2923867" y="486250"/>
              <a:ext cx="34781" cy="34547"/>
            </a:xfrm>
            <a:custGeom>
              <a:rect b="b" l="l" r="r" t="t"/>
              <a:pathLst>
                <a:path extrusionOk="0" h="4125" w="4153">
                  <a:moveTo>
                    <a:pt x="2077" y="4125"/>
                  </a:moveTo>
                  <a:cubicBezTo>
                    <a:pt x="3224" y="4125"/>
                    <a:pt x="4154" y="3201"/>
                    <a:pt x="4154" y="2062"/>
                  </a:cubicBezTo>
                  <a:cubicBezTo>
                    <a:pt x="4154" y="924"/>
                    <a:pt x="3224" y="0"/>
                    <a:pt x="2077" y="0"/>
                  </a:cubicBezTo>
                  <a:cubicBezTo>
                    <a:pt x="931" y="0"/>
                    <a:pt x="0" y="924"/>
                    <a:pt x="0" y="2062"/>
                  </a:cubicBezTo>
                  <a:cubicBezTo>
                    <a:pt x="0" y="3201"/>
                    <a:pt x="931" y="4125"/>
                    <a:pt x="2077" y="412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2941963" y="302959"/>
              <a:ext cx="39639" cy="39363"/>
            </a:xfrm>
            <a:custGeom>
              <a:rect b="b" l="l" r="r" t="t"/>
              <a:pathLst>
                <a:path extrusionOk="0" h="4700" w="4733">
                  <a:moveTo>
                    <a:pt x="2367" y="4701"/>
                  </a:moveTo>
                  <a:cubicBezTo>
                    <a:pt x="3674" y="4701"/>
                    <a:pt x="4734" y="3648"/>
                    <a:pt x="4734" y="2351"/>
                  </a:cubicBezTo>
                  <a:cubicBezTo>
                    <a:pt x="4734" y="1053"/>
                    <a:pt x="3674" y="0"/>
                    <a:pt x="2367" y="0"/>
                  </a:cubicBezTo>
                  <a:cubicBezTo>
                    <a:pt x="1059" y="0"/>
                    <a:pt x="0" y="1053"/>
                    <a:pt x="0" y="2351"/>
                  </a:cubicBezTo>
                  <a:cubicBezTo>
                    <a:pt x="0" y="3648"/>
                    <a:pt x="1059" y="4701"/>
                    <a:pt x="2367" y="470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2969020" y="121569"/>
              <a:ext cx="42872" cy="42579"/>
            </a:xfrm>
            <a:custGeom>
              <a:rect b="b" l="l" r="r" t="t"/>
              <a:pathLst>
                <a:path extrusionOk="0" h="5084" w="5119">
                  <a:moveTo>
                    <a:pt x="2559" y="5084"/>
                  </a:moveTo>
                  <a:cubicBezTo>
                    <a:pt x="3974" y="5084"/>
                    <a:pt x="5120" y="3946"/>
                    <a:pt x="5120" y="2542"/>
                  </a:cubicBezTo>
                  <a:cubicBezTo>
                    <a:pt x="5120" y="1138"/>
                    <a:pt x="3974" y="0"/>
                    <a:pt x="2559" y="0"/>
                  </a:cubicBezTo>
                  <a:cubicBezTo>
                    <a:pt x="1146" y="0"/>
                    <a:pt x="0" y="1138"/>
                    <a:pt x="0" y="2542"/>
                  </a:cubicBezTo>
                  <a:cubicBezTo>
                    <a:pt x="0" y="3946"/>
                    <a:pt x="1146" y="5084"/>
                    <a:pt x="2559" y="50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6864793" y="5058570"/>
              <a:ext cx="14556" cy="14439"/>
            </a:xfrm>
            <a:custGeom>
              <a:rect b="b" l="l" r="r" t="t"/>
              <a:pathLst>
                <a:path extrusionOk="0" h="1724" w="1738">
                  <a:moveTo>
                    <a:pt x="869" y="1724"/>
                  </a:moveTo>
                  <a:cubicBezTo>
                    <a:pt x="1350" y="1724"/>
                    <a:pt x="1738" y="1343"/>
                    <a:pt x="1738" y="867"/>
                  </a:cubicBezTo>
                  <a:cubicBezTo>
                    <a:pt x="1738" y="391"/>
                    <a:pt x="1350" y="0"/>
                    <a:pt x="869" y="0"/>
                  </a:cubicBezTo>
                  <a:cubicBezTo>
                    <a:pt x="389" y="0"/>
                    <a:pt x="0" y="391"/>
                    <a:pt x="0" y="867"/>
                  </a:cubicBezTo>
                  <a:cubicBezTo>
                    <a:pt x="0" y="1343"/>
                    <a:pt x="389" y="1724"/>
                    <a:pt x="869" y="172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6677707" y="5044689"/>
              <a:ext cx="22646" cy="22495"/>
            </a:xfrm>
            <a:custGeom>
              <a:rect b="b" l="l" r="r" t="t"/>
              <a:pathLst>
                <a:path extrusionOk="0" h="2686" w="2704">
                  <a:moveTo>
                    <a:pt x="1353" y="2686"/>
                  </a:moveTo>
                  <a:cubicBezTo>
                    <a:pt x="2099" y="2686"/>
                    <a:pt x="2704" y="2086"/>
                    <a:pt x="2704" y="1343"/>
                  </a:cubicBezTo>
                  <a:cubicBezTo>
                    <a:pt x="2704" y="600"/>
                    <a:pt x="2099" y="0"/>
                    <a:pt x="1353" y="0"/>
                  </a:cubicBezTo>
                  <a:cubicBezTo>
                    <a:pt x="605" y="0"/>
                    <a:pt x="0" y="600"/>
                    <a:pt x="0" y="1343"/>
                  </a:cubicBezTo>
                  <a:cubicBezTo>
                    <a:pt x="0" y="2086"/>
                    <a:pt x="605" y="2686"/>
                    <a:pt x="1353" y="26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6491682" y="5023320"/>
              <a:ext cx="29823" cy="29823"/>
            </a:xfrm>
            <a:custGeom>
              <a:rect b="b" l="l" r="r" t="t"/>
              <a:pathLst>
                <a:path extrusionOk="0" h="3561" w="3561">
                  <a:moveTo>
                    <a:pt x="3561" y="1781"/>
                  </a:moveTo>
                  <a:cubicBezTo>
                    <a:pt x="3561" y="2764"/>
                    <a:pt x="2764" y="3561"/>
                    <a:pt x="1781" y="3561"/>
                  </a:cubicBezTo>
                  <a:cubicBezTo>
                    <a:pt x="797" y="3561"/>
                    <a:pt x="0" y="2764"/>
                    <a:pt x="0" y="1781"/>
                  </a:cubicBezTo>
                  <a:cubicBezTo>
                    <a:pt x="0" y="797"/>
                    <a:pt x="797" y="0"/>
                    <a:pt x="1781" y="0"/>
                  </a:cubicBezTo>
                  <a:cubicBezTo>
                    <a:pt x="2764" y="0"/>
                    <a:pt x="3561" y="797"/>
                    <a:pt x="3561" y="17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6307704" y="4995385"/>
              <a:ext cx="34790" cy="34539"/>
            </a:xfrm>
            <a:custGeom>
              <a:rect b="b" l="l" r="r" t="t"/>
              <a:pathLst>
                <a:path extrusionOk="0" h="4124" w="4154">
                  <a:moveTo>
                    <a:pt x="2077" y="4124"/>
                  </a:moveTo>
                  <a:cubicBezTo>
                    <a:pt x="3224" y="4124"/>
                    <a:pt x="4155" y="3200"/>
                    <a:pt x="4155" y="2067"/>
                  </a:cubicBezTo>
                  <a:cubicBezTo>
                    <a:pt x="4155" y="924"/>
                    <a:pt x="3224" y="0"/>
                    <a:pt x="2077" y="0"/>
                  </a:cubicBezTo>
                  <a:cubicBezTo>
                    <a:pt x="931" y="0"/>
                    <a:pt x="0" y="924"/>
                    <a:pt x="0" y="2067"/>
                  </a:cubicBezTo>
                  <a:cubicBezTo>
                    <a:pt x="0" y="3200"/>
                    <a:pt x="931" y="4124"/>
                    <a:pt x="2077" y="412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6126690" y="4961250"/>
              <a:ext cx="36406" cy="36214"/>
            </a:xfrm>
            <a:custGeom>
              <a:rect b="b" l="l" r="r" t="t"/>
              <a:pathLst>
                <a:path extrusionOk="0" h="4324" w="4347">
                  <a:moveTo>
                    <a:pt x="2174" y="4324"/>
                  </a:moveTo>
                  <a:cubicBezTo>
                    <a:pt x="3374" y="4324"/>
                    <a:pt x="4347" y="3353"/>
                    <a:pt x="4347" y="2162"/>
                  </a:cubicBezTo>
                  <a:cubicBezTo>
                    <a:pt x="4347" y="972"/>
                    <a:pt x="3374" y="0"/>
                    <a:pt x="2174" y="0"/>
                  </a:cubicBezTo>
                  <a:cubicBezTo>
                    <a:pt x="973" y="0"/>
                    <a:pt x="0" y="972"/>
                    <a:pt x="0" y="2162"/>
                  </a:cubicBezTo>
                  <a:cubicBezTo>
                    <a:pt x="0" y="3353"/>
                    <a:pt x="973" y="4324"/>
                    <a:pt x="2174" y="432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5949726" y="4921840"/>
              <a:ext cx="33173" cy="32939"/>
            </a:xfrm>
            <a:custGeom>
              <a:rect b="b" l="l" r="r" t="t"/>
              <a:pathLst>
                <a:path extrusionOk="0" h="3933" w="3961">
                  <a:moveTo>
                    <a:pt x="1980" y="3934"/>
                  </a:moveTo>
                  <a:cubicBezTo>
                    <a:pt x="3075" y="3934"/>
                    <a:pt x="3961" y="3048"/>
                    <a:pt x="3961" y="1962"/>
                  </a:cubicBezTo>
                  <a:cubicBezTo>
                    <a:pt x="3961" y="876"/>
                    <a:pt x="3075" y="0"/>
                    <a:pt x="1980" y="0"/>
                  </a:cubicBezTo>
                  <a:cubicBezTo>
                    <a:pt x="887" y="0"/>
                    <a:pt x="0" y="876"/>
                    <a:pt x="0" y="1962"/>
                  </a:cubicBezTo>
                  <a:cubicBezTo>
                    <a:pt x="0" y="3048"/>
                    <a:pt x="887" y="3934"/>
                    <a:pt x="1980" y="39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5775926" y="4875973"/>
              <a:ext cx="27512" cy="27277"/>
            </a:xfrm>
            <a:custGeom>
              <a:rect b="b" l="l" r="r" t="t"/>
              <a:pathLst>
                <a:path extrusionOk="0" h="3257" w="3285">
                  <a:moveTo>
                    <a:pt x="1642" y="3258"/>
                  </a:moveTo>
                  <a:cubicBezTo>
                    <a:pt x="2550" y="3258"/>
                    <a:pt x="3285" y="2524"/>
                    <a:pt x="3285" y="1629"/>
                  </a:cubicBezTo>
                  <a:cubicBezTo>
                    <a:pt x="3285" y="724"/>
                    <a:pt x="2550" y="0"/>
                    <a:pt x="1642" y="0"/>
                  </a:cubicBezTo>
                  <a:cubicBezTo>
                    <a:pt x="735" y="0"/>
                    <a:pt x="0" y="724"/>
                    <a:pt x="0" y="1629"/>
                  </a:cubicBezTo>
                  <a:cubicBezTo>
                    <a:pt x="0" y="2524"/>
                    <a:pt x="735" y="3258"/>
                    <a:pt x="1642" y="32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5605235" y="4823322"/>
              <a:ext cx="20217" cy="20100"/>
            </a:xfrm>
            <a:custGeom>
              <a:rect b="b" l="l" r="r" t="t"/>
              <a:pathLst>
                <a:path extrusionOk="0" h="2400" w="2414">
                  <a:moveTo>
                    <a:pt x="1207" y="2400"/>
                  </a:moveTo>
                  <a:cubicBezTo>
                    <a:pt x="1875" y="2400"/>
                    <a:pt x="2415" y="1857"/>
                    <a:pt x="2415" y="1200"/>
                  </a:cubicBezTo>
                  <a:cubicBezTo>
                    <a:pt x="2415" y="533"/>
                    <a:pt x="1875" y="0"/>
                    <a:pt x="1207" y="0"/>
                  </a:cubicBezTo>
                  <a:cubicBezTo>
                    <a:pt x="540" y="0"/>
                    <a:pt x="0" y="533"/>
                    <a:pt x="0" y="1200"/>
                  </a:cubicBezTo>
                  <a:cubicBezTo>
                    <a:pt x="0" y="1857"/>
                    <a:pt x="540" y="2400"/>
                    <a:pt x="1207" y="24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5436775" y="4762789"/>
              <a:ext cx="13697" cy="13697"/>
            </a:xfrm>
            <a:custGeom>
              <a:rect b="b" l="l" r="r" t="t"/>
              <a:pathLst>
                <a:path extrusionOk="0" h="1636" w="1636">
                  <a:moveTo>
                    <a:pt x="1636" y="818"/>
                  </a:moveTo>
                  <a:cubicBezTo>
                    <a:pt x="1636" y="1270"/>
                    <a:pt x="1270" y="1636"/>
                    <a:pt x="818" y="1636"/>
                  </a:cubicBezTo>
                  <a:cubicBezTo>
                    <a:pt x="366" y="1636"/>
                    <a:pt x="0" y="1270"/>
                    <a:pt x="0" y="818"/>
                  </a:cubicBezTo>
                  <a:cubicBezTo>
                    <a:pt x="0" y="366"/>
                    <a:pt x="366" y="0"/>
                    <a:pt x="818" y="0"/>
                  </a:cubicBezTo>
                  <a:cubicBezTo>
                    <a:pt x="1270" y="0"/>
                    <a:pt x="1636" y="366"/>
                    <a:pt x="1636" y="8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5269998" y="4693852"/>
              <a:ext cx="9710" cy="9645"/>
            </a:xfrm>
            <a:custGeom>
              <a:rect b="b" l="l" r="r" t="t"/>
              <a:pathLst>
                <a:path extrusionOk="0" h="1152" w="1159">
                  <a:moveTo>
                    <a:pt x="579" y="1153"/>
                  </a:moveTo>
                  <a:cubicBezTo>
                    <a:pt x="899" y="1153"/>
                    <a:pt x="1159" y="886"/>
                    <a:pt x="1159" y="572"/>
                  </a:cubicBezTo>
                  <a:cubicBezTo>
                    <a:pt x="1159" y="257"/>
                    <a:pt x="899" y="0"/>
                    <a:pt x="579" y="0"/>
                  </a:cubicBezTo>
                  <a:cubicBezTo>
                    <a:pt x="259" y="0"/>
                    <a:pt x="0" y="257"/>
                    <a:pt x="0" y="572"/>
                  </a:cubicBezTo>
                  <a:cubicBezTo>
                    <a:pt x="0" y="886"/>
                    <a:pt x="259" y="1153"/>
                    <a:pt x="579" y="1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5105689" y="4616796"/>
              <a:ext cx="7278" cy="7251"/>
            </a:xfrm>
            <a:custGeom>
              <a:rect b="b" l="l" r="r" t="t"/>
              <a:pathLst>
                <a:path extrusionOk="0" h="866" w="869">
                  <a:moveTo>
                    <a:pt x="434" y="867"/>
                  </a:moveTo>
                  <a:cubicBezTo>
                    <a:pt x="674" y="867"/>
                    <a:pt x="870" y="676"/>
                    <a:pt x="870" y="438"/>
                  </a:cubicBezTo>
                  <a:cubicBezTo>
                    <a:pt x="870" y="200"/>
                    <a:pt x="674" y="0"/>
                    <a:pt x="434" y="0"/>
                  </a:cubicBezTo>
                  <a:cubicBezTo>
                    <a:pt x="194" y="0"/>
                    <a:pt x="0" y="200"/>
                    <a:pt x="0" y="438"/>
                  </a:cubicBezTo>
                  <a:cubicBezTo>
                    <a:pt x="0" y="676"/>
                    <a:pt x="194" y="867"/>
                    <a:pt x="434" y="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4944142" y="4531995"/>
              <a:ext cx="6464" cy="6382"/>
            </a:xfrm>
            <a:custGeom>
              <a:rect b="b" l="l" r="r" t="t"/>
              <a:pathLst>
                <a:path extrusionOk="0" h="762" w="772">
                  <a:moveTo>
                    <a:pt x="386" y="762"/>
                  </a:moveTo>
                  <a:cubicBezTo>
                    <a:pt x="599" y="762"/>
                    <a:pt x="772" y="591"/>
                    <a:pt x="772" y="381"/>
                  </a:cubicBezTo>
                  <a:cubicBezTo>
                    <a:pt x="772" y="162"/>
                    <a:pt x="599" y="0"/>
                    <a:pt x="386" y="0"/>
                  </a:cubicBezTo>
                  <a:cubicBezTo>
                    <a:pt x="172" y="0"/>
                    <a:pt x="0" y="162"/>
                    <a:pt x="0" y="381"/>
                  </a:cubicBezTo>
                  <a:cubicBezTo>
                    <a:pt x="0" y="591"/>
                    <a:pt x="172" y="762"/>
                    <a:pt x="386" y="7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4785649" y="4439375"/>
              <a:ext cx="7278" cy="7251"/>
            </a:xfrm>
            <a:custGeom>
              <a:rect b="b" l="l" r="r" t="t"/>
              <a:pathLst>
                <a:path extrusionOk="0" h="866" w="869">
                  <a:moveTo>
                    <a:pt x="435" y="867"/>
                  </a:moveTo>
                  <a:cubicBezTo>
                    <a:pt x="675" y="867"/>
                    <a:pt x="870" y="676"/>
                    <a:pt x="870" y="438"/>
                  </a:cubicBezTo>
                  <a:cubicBezTo>
                    <a:pt x="870" y="200"/>
                    <a:pt x="675" y="0"/>
                    <a:pt x="435" y="0"/>
                  </a:cubicBezTo>
                  <a:cubicBezTo>
                    <a:pt x="195" y="0"/>
                    <a:pt x="0" y="200"/>
                    <a:pt x="0" y="438"/>
                  </a:cubicBezTo>
                  <a:cubicBezTo>
                    <a:pt x="0" y="676"/>
                    <a:pt x="195" y="867"/>
                    <a:pt x="435" y="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4630951" y="4339696"/>
              <a:ext cx="8869" cy="8869"/>
            </a:xfrm>
            <a:custGeom>
              <a:rect b="b" l="l" r="r" t="t"/>
              <a:pathLst>
                <a:path extrusionOk="0" h="1059" w="1059">
                  <a:moveTo>
                    <a:pt x="1059" y="530"/>
                  </a:moveTo>
                  <a:cubicBezTo>
                    <a:pt x="1059" y="822"/>
                    <a:pt x="822" y="1059"/>
                    <a:pt x="530" y="1059"/>
                  </a:cubicBezTo>
                  <a:cubicBezTo>
                    <a:pt x="237" y="1059"/>
                    <a:pt x="0" y="822"/>
                    <a:pt x="0" y="530"/>
                  </a:cubicBezTo>
                  <a:cubicBezTo>
                    <a:pt x="0" y="237"/>
                    <a:pt x="237" y="0"/>
                    <a:pt x="530" y="0"/>
                  </a:cubicBezTo>
                  <a:cubicBezTo>
                    <a:pt x="822" y="0"/>
                    <a:pt x="1059" y="237"/>
                    <a:pt x="1059" y="5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4480660" y="4233562"/>
              <a:ext cx="10516" cy="10441"/>
            </a:xfrm>
            <a:custGeom>
              <a:rect b="b" l="l" r="r" t="t"/>
              <a:pathLst>
                <a:path extrusionOk="0" h="1247" w="1256">
                  <a:moveTo>
                    <a:pt x="628" y="1248"/>
                  </a:moveTo>
                  <a:cubicBezTo>
                    <a:pt x="975" y="1248"/>
                    <a:pt x="1256" y="972"/>
                    <a:pt x="1256" y="619"/>
                  </a:cubicBezTo>
                  <a:cubicBezTo>
                    <a:pt x="1256" y="276"/>
                    <a:pt x="975" y="0"/>
                    <a:pt x="628" y="0"/>
                  </a:cubicBezTo>
                  <a:cubicBezTo>
                    <a:pt x="281" y="0"/>
                    <a:pt x="0" y="276"/>
                    <a:pt x="0" y="619"/>
                  </a:cubicBezTo>
                  <a:cubicBezTo>
                    <a:pt x="0" y="972"/>
                    <a:pt x="281" y="1248"/>
                    <a:pt x="628" y="12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4335554" y="4121420"/>
              <a:ext cx="11284" cy="11284"/>
            </a:xfrm>
            <a:custGeom>
              <a:rect b="b" l="l" r="r" t="t"/>
              <a:pathLst>
                <a:path extrusionOk="0" h="1347" w="1347">
                  <a:moveTo>
                    <a:pt x="1348" y="674"/>
                  </a:moveTo>
                  <a:cubicBezTo>
                    <a:pt x="1348" y="1046"/>
                    <a:pt x="1046" y="1348"/>
                    <a:pt x="674" y="1348"/>
                  </a:cubicBezTo>
                  <a:cubicBezTo>
                    <a:pt x="302" y="1348"/>
                    <a:pt x="0" y="1046"/>
                    <a:pt x="0" y="674"/>
                  </a:cubicBezTo>
                  <a:cubicBezTo>
                    <a:pt x="0" y="302"/>
                    <a:pt x="302" y="0"/>
                    <a:pt x="674" y="0"/>
                  </a:cubicBezTo>
                  <a:cubicBezTo>
                    <a:pt x="1046" y="0"/>
                    <a:pt x="1348" y="302"/>
                    <a:pt x="1348" y="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4195422" y="4003188"/>
              <a:ext cx="12123" cy="12043"/>
            </a:xfrm>
            <a:custGeom>
              <a:rect b="b" l="l" r="r" t="t"/>
              <a:pathLst>
                <a:path extrusionOk="0" h="1438" w="1448">
                  <a:moveTo>
                    <a:pt x="725" y="1438"/>
                  </a:moveTo>
                  <a:cubicBezTo>
                    <a:pt x="1125" y="1438"/>
                    <a:pt x="1449" y="1116"/>
                    <a:pt x="1449" y="719"/>
                  </a:cubicBezTo>
                  <a:cubicBezTo>
                    <a:pt x="1449" y="322"/>
                    <a:pt x="1125" y="0"/>
                    <a:pt x="725" y="0"/>
                  </a:cubicBezTo>
                  <a:cubicBezTo>
                    <a:pt x="325" y="0"/>
                    <a:pt x="0" y="322"/>
                    <a:pt x="0" y="719"/>
                  </a:cubicBezTo>
                  <a:cubicBezTo>
                    <a:pt x="0" y="1116"/>
                    <a:pt x="325" y="1438"/>
                    <a:pt x="725" y="143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2" name="Google Shape;682;p12"/>
            <p:cNvSpPr/>
            <p:nvPr/>
          </p:nvSpPr>
          <p:spPr>
            <a:xfrm>
              <a:off x="4061005" y="3879433"/>
              <a:ext cx="12089" cy="12089"/>
            </a:xfrm>
            <a:custGeom>
              <a:rect b="b" l="l" r="r" t="t"/>
              <a:pathLst>
                <a:path extrusionOk="0" h="1443" w="1443">
                  <a:moveTo>
                    <a:pt x="1444" y="722"/>
                  </a:moveTo>
                  <a:cubicBezTo>
                    <a:pt x="1444" y="1121"/>
                    <a:pt x="1121" y="1444"/>
                    <a:pt x="722" y="1444"/>
                  </a:cubicBezTo>
                  <a:cubicBezTo>
                    <a:pt x="323" y="1444"/>
                    <a:pt x="0" y="1121"/>
                    <a:pt x="0" y="722"/>
                  </a:cubicBezTo>
                  <a:cubicBezTo>
                    <a:pt x="0" y="323"/>
                    <a:pt x="323" y="0"/>
                    <a:pt x="722" y="0"/>
                  </a:cubicBezTo>
                  <a:cubicBezTo>
                    <a:pt x="1121" y="0"/>
                    <a:pt x="1444" y="323"/>
                    <a:pt x="1444" y="72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3" name="Google Shape;683;p12"/>
            <p:cNvSpPr/>
            <p:nvPr/>
          </p:nvSpPr>
          <p:spPr>
            <a:xfrm>
              <a:off x="3931663" y="3749652"/>
              <a:ext cx="12927" cy="12847"/>
            </a:xfrm>
            <a:custGeom>
              <a:rect b="b" l="l" r="r" t="t"/>
              <a:pathLst>
                <a:path extrusionOk="0" h="1534" w="1544">
                  <a:moveTo>
                    <a:pt x="772" y="1534"/>
                  </a:moveTo>
                  <a:cubicBezTo>
                    <a:pt x="1199" y="1534"/>
                    <a:pt x="1545" y="1191"/>
                    <a:pt x="1545" y="767"/>
                  </a:cubicBezTo>
                  <a:cubicBezTo>
                    <a:pt x="1545" y="343"/>
                    <a:pt x="1199" y="0"/>
                    <a:pt x="772" y="0"/>
                  </a:cubicBezTo>
                  <a:cubicBezTo>
                    <a:pt x="346" y="0"/>
                    <a:pt x="0" y="343"/>
                    <a:pt x="0" y="767"/>
                  </a:cubicBezTo>
                  <a:cubicBezTo>
                    <a:pt x="0" y="1191"/>
                    <a:pt x="346" y="1534"/>
                    <a:pt x="772" y="15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4" name="Google Shape;684;p12"/>
            <p:cNvSpPr/>
            <p:nvPr/>
          </p:nvSpPr>
          <p:spPr>
            <a:xfrm>
              <a:off x="3808924" y="3615226"/>
              <a:ext cx="12123" cy="12043"/>
            </a:xfrm>
            <a:custGeom>
              <a:rect b="b" l="l" r="r" t="t"/>
              <a:pathLst>
                <a:path extrusionOk="0" h="1438" w="1448">
                  <a:moveTo>
                    <a:pt x="725" y="1438"/>
                  </a:moveTo>
                  <a:cubicBezTo>
                    <a:pt x="1125" y="1438"/>
                    <a:pt x="1449" y="1116"/>
                    <a:pt x="1449" y="719"/>
                  </a:cubicBezTo>
                  <a:cubicBezTo>
                    <a:pt x="1449" y="322"/>
                    <a:pt x="1125" y="0"/>
                    <a:pt x="725" y="0"/>
                  </a:cubicBezTo>
                  <a:cubicBezTo>
                    <a:pt x="325" y="0"/>
                    <a:pt x="0" y="322"/>
                    <a:pt x="0" y="719"/>
                  </a:cubicBezTo>
                  <a:cubicBezTo>
                    <a:pt x="0" y="1116"/>
                    <a:pt x="325" y="1438"/>
                    <a:pt x="725" y="143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5" name="Google Shape;685;p12"/>
            <p:cNvSpPr/>
            <p:nvPr/>
          </p:nvSpPr>
          <p:spPr>
            <a:xfrm>
              <a:off x="3691368" y="3474829"/>
              <a:ext cx="12939" cy="12847"/>
            </a:xfrm>
            <a:custGeom>
              <a:rect b="b" l="l" r="r" t="t"/>
              <a:pathLst>
                <a:path extrusionOk="0" h="1534" w="1545">
                  <a:moveTo>
                    <a:pt x="772" y="1534"/>
                  </a:moveTo>
                  <a:cubicBezTo>
                    <a:pt x="1199" y="1534"/>
                    <a:pt x="1546" y="1191"/>
                    <a:pt x="1546" y="767"/>
                  </a:cubicBezTo>
                  <a:cubicBezTo>
                    <a:pt x="1546" y="343"/>
                    <a:pt x="1199" y="0"/>
                    <a:pt x="772" y="0"/>
                  </a:cubicBezTo>
                  <a:cubicBezTo>
                    <a:pt x="346" y="0"/>
                    <a:pt x="0" y="343"/>
                    <a:pt x="0" y="767"/>
                  </a:cubicBezTo>
                  <a:cubicBezTo>
                    <a:pt x="0" y="1191"/>
                    <a:pt x="346" y="1534"/>
                    <a:pt x="772" y="15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6" name="Google Shape;686;p12"/>
            <p:cNvSpPr/>
            <p:nvPr/>
          </p:nvSpPr>
          <p:spPr>
            <a:xfrm>
              <a:off x="3580058" y="3329494"/>
              <a:ext cx="13697" cy="13697"/>
            </a:xfrm>
            <a:custGeom>
              <a:rect b="b" l="l" r="r" t="t"/>
              <a:pathLst>
                <a:path extrusionOk="0" h="1636" w="1636">
                  <a:moveTo>
                    <a:pt x="1636" y="818"/>
                  </a:moveTo>
                  <a:cubicBezTo>
                    <a:pt x="1636" y="1270"/>
                    <a:pt x="1270" y="1636"/>
                    <a:pt x="818" y="1636"/>
                  </a:cubicBezTo>
                  <a:cubicBezTo>
                    <a:pt x="366" y="1636"/>
                    <a:pt x="0" y="1270"/>
                    <a:pt x="0" y="818"/>
                  </a:cubicBezTo>
                  <a:cubicBezTo>
                    <a:pt x="0" y="366"/>
                    <a:pt x="366" y="0"/>
                    <a:pt x="818" y="0"/>
                  </a:cubicBezTo>
                  <a:cubicBezTo>
                    <a:pt x="1270" y="0"/>
                    <a:pt x="1636" y="366"/>
                    <a:pt x="1636" y="8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7" name="Google Shape;687;p12"/>
            <p:cNvSpPr/>
            <p:nvPr/>
          </p:nvSpPr>
          <p:spPr>
            <a:xfrm>
              <a:off x="3475122" y="3179569"/>
              <a:ext cx="14564" cy="14455"/>
            </a:xfrm>
            <a:custGeom>
              <a:rect b="b" l="l" r="r" t="t"/>
              <a:pathLst>
                <a:path extrusionOk="0" h="1726" w="1739">
                  <a:moveTo>
                    <a:pt x="870" y="1727"/>
                  </a:moveTo>
                  <a:cubicBezTo>
                    <a:pt x="1350" y="1727"/>
                    <a:pt x="1739" y="1340"/>
                    <a:pt x="1739" y="864"/>
                  </a:cubicBezTo>
                  <a:cubicBezTo>
                    <a:pt x="1739" y="387"/>
                    <a:pt x="1350" y="0"/>
                    <a:pt x="870" y="0"/>
                  </a:cubicBezTo>
                  <a:cubicBezTo>
                    <a:pt x="390" y="0"/>
                    <a:pt x="0" y="387"/>
                    <a:pt x="0" y="864"/>
                  </a:cubicBezTo>
                  <a:cubicBezTo>
                    <a:pt x="0" y="1340"/>
                    <a:pt x="390" y="1727"/>
                    <a:pt x="870" y="172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8" name="Google Shape;688;p12"/>
            <p:cNvSpPr/>
            <p:nvPr/>
          </p:nvSpPr>
          <p:spPr>
            <a:xfrm>
              <a:off x="3376833" y="3025264"/>
              <a:ext cx="15373" cy="15272"/>
            </a:xfrm>
            <a:custGeom>
              <a:rect b="b" l="l" r="r" t="t"/>
              <a:pathLst>
                <a:path extrusionOk="0" h="1823" w="1835">
                  <a:moveTo>
                    <a:pt x="917" y="1823"/>
                  </a:moveTo>
                  <a:cubicBezTo>
                    <a:pt x="1424" y="1823"/>
                    <a:pt x="1835" y="1414"/>
                    <a:pt x="1835" y="911"/>
                  </a:cubicBezTo>
                  <a:cubicBezTo>
                    <a:pt x="1835" y="409"/>
                    <a:pt x="1424" y="0"/>
                    <a:pt x="917" y="0"/>
                  </a:cubicBezTo>
                  <a:cubicBezTo>
                    <a:pt x="411" y="0"/>
                    <a:pt x="0" y="409"/>
                    <a:pt x="0" y="911"/>
                  </a:cubicBezTo>
                  <a:cubicBezTo>
                    <a:pt x="0" y="1414"/>
                    <a:pt x="411" y="1823"/>
                    <a:pt x="917" y="182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89" name="Google Shape;689;p12"/>
            <p:cNvSpPr/>
            <p:nvPr/>
          </p:nvSpPr>
          <p:spPr>
            <a:xfrm>
              <a:off x="3285347" y="2866900"/>
              <a:ext cx="16177" cy="16068"/>
            </a:xfrm>
            <a:custGeom>
              <a:rect b="b" l="l" r="r" t="t"/>
              <a:pathLst>
                <a:path extrusionOk="0" h="1918" w="1931">
                  <a:moveTo>
                    <a:pt x="966" y="1918"/>
                  </a:moveTo>
                  <a:cubicBezTo>
                    <a:pt x="1499" y="1918"/>
                    <a:pt x="1932" y="1490"/>
                    <a:pt x="1932" y="959"/>
                  </a:cubicBezTo>
                  <a:cubicBezTo>
                    <a:pt x="1932" y="430"/>
                    <a:pt x="1499" y="0"/>
                    <a:pt x="966" y="0"/>
                  </a:cubicBezTo>
                  <a:cubicBezTo>
                    <a:pt x="432" y="0"/>
                    <a:pt x="0" y="430"/>
                    <a:pt x="0" y="959"/>
                  </a:cubicBezTo>
                  <a:cubicBezTo>
                    <a:pt x="0" y="1490"/>
                    <a:pt x="432" y="1918"/>
                    <a:pt x="966" y="19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0" name="Google Shape;690;p12"/>
            <p:cNvSpPr/>
            <p:nvPr/>
          </p:nvSpPr>
          <p:spPr>
            <a:xfrm>
              <a:off x="3201268" y="2705142"/>
              <a:ext cx="16122" cy="16122"/>
            </a:xfrm>
            <a:custGeom>
              <a:rect b="b" l="l" r="r" t="t"/>
              <a:pathLst>
                <a:path extrusionOk="0" h="1925" w="1925">
                  <a:moveTo>
                    <a:pt x="1925" y="962"/>
                  </a:moveTo>
                  <a:cubicBezTo>
                    <a:pt x="1925" y="1494"/>
                    <a:pt x="1494" y="1925"/>
                    <a:pt x="962" y="1925"/>
                  </a:cubicBezTo>
                  <a:cubicBezTo>
                    <a:pt x="431" y="1925"/>
                    <a:pt x="0" y="1494"/>
                    <a:pt x="0" y="962"/>
                  </a:cubicBezTo>
                  <a:cubicBezTo>
                    <a:pt x="0" y="431"/>
                    <a:pt x="431" y="0"/>
                    <a:pt x="962" y="0"/>
                  </a:cubicBezTo>
                  <a:cubicBezTo>
                    <a:pt x="1494" y="0"/>
                    <a:pt x="1925" y="431"/>
                    <a:pt x="1925" y="9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1" name="Google Shape;691;p12"/>
            <p:cNvSpPr/>
            <p:nvPr/>
          </p:nvSpPr>
          <p:spPr>
            <a:xfrm>
              <a:off x="3123471" y="2539179"/>
              <a:ext cx="17792" cy="17677"/>
            </a:xfrm>
            <a:custGeom>
              <a:rect b="b" l="l" r="r" t="t"/>
              <a:pathLst>
                <a:path extrusionOk="0" h="2110" w="2125">
                  <a:moveTo>
                    <a:pt x="1063" y="2111"/>
                  </a:moveTo>
                  <a:cubicBezTo>
                    <a:pt x="1650" y="2111"/>
                    <a:pt x="2125" y="1638"/>
                    <a:pt x="2125" y="1055"/>
                  </a:cubicBezTo>
                  <a:cubicBezTo>
                    <a:pt x="2125" y="472"/>
                    <a:pt x="1650" y="0"/>
                    <a:pt x="1063" y="0"/>
                  </a:cubicBezTo>
                  <a:cubicBezTo>
                    <a:pt x="475" y="0"/>
                    <a:pt x="0" y="472"/>
                    <a:pt x="0" y="1055"/>
                  </a:cubicBezTo>
                  <a:cubicBezTo>
                    <a:pt x="0" y="1638"/>
                    <a:pt x="475" y="2111"/>
                    <a:pt x="1063" y="211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2" name="Google Shape;692;p12"/>
            <p:cNvSpPr/>
            <p:nvPr/>
          </p:nvSpPr>
          <p:spPr>
            <a:xfrm>
              <a:off x="3053364" y="2370426"/>
              <a:ext cx="18609" cy="18472"/>
            </a:xfrm>
            <a:custGeom>
              <a:rect b="b" l="l" r="r" t="t"/>
              <a:pathLst>
                <a:path extrusionOk="0" h="2205" w="2222">
                  <a:moveTo>
                    <a:pt x="1112" y="2206"/>
                  </a:moveTo>
                  <a:cubicBezTo>
                    <a:pt x="1725" y="2206"/>
                    <a:pt x="2222" y="1712"/>
                    <a:pt x="2222" y="1103"/>
                  </a:cubicBezTo>
                  <a:cubicBezTo>
                    <a:pt x="2222" y="493"/>
                    <a:pt x="1725" y="0"/>
                    <a:pt x="1112" y="0"/>
                  </a:cubicBezTo>
                  <a:cubicBezTo>
                    <a:pt x="497" y="0"/>
                    <a:pt x="0" y="493"/>
                    <a:pt x="0" y="1103"/>
                  </a:cubicBezTo>
                  <a:cubicBezTo>
                    <a:pt x="0" y="1712"/>
                    <a:pt x="497" y="2206"/>
                    <a:pt x="1112" y="220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3" name="Google Shape;693;p12"/>
            <p:cNvSpPr/>
            <p:nvPr/>
          </p:nvSpPr>
          <p:spPr>
            <a:xfrm>
              <a:off x="2990682" y="2198821"/>
              <a:ext cx="19422" cy="19273"/>
            </a:xfrm>
            <a:custGeom>
              <a:rect b="b" l="l" r="r" t="t"/>
              <a:pathLst>
                <a:path extrusionOk="0" h="2302" w="2319">
                  <a:moveTo>
                    <a:pt x="1159" y="2302"/>
                  </a:moveTo>
                  <a:cubicBezTo>
                    <a:pt x="1800" y="2302"/>
                    <a:pt x="2319" y="1787"/>
                    <a:pt x="2319" y="1152"/>
                  </a:cubicBezTo>
                  <a:cubicBezTo>
                    <a:pt x="2319" y="515"/>
                    <a:pt x="1800" y="0"/>
                    <a:pt x="1159" y="0"/>
                  </a:cubicBezTo>
                  <a:cubicBezTo>
                    <a:pt x="519" y="0"/>
                    <a:pt x="0" y="515"/>
                    <a:pt x="0" y="1152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4" name="Google Shape;694;p12"/>
            <p:cNvSpPr/>
            <p:nvPr/>
          </p:nvSpPr>
          <p:spPr>
            <a:xfrm>
              <a:off x="2934721" y="2023905"/>
              <a:ext cx="21834" cy="21683"/>
            </a:xfrm>
            <a:custGeom>
              <a:rect b="b" l="l" r="r" t="t"/>
              <a:pathLst>
                <a:path extrusionOk="0" h="2589" w="2607">
                  <a:moveTo>
                    <a:pt x="1304" y="2590"/>
                  </a:moveTo>
                  <a:cubicBezTo>
                    <a:pt x="2024" y="2590"/>
                    <a:pt x="2608" y="2011"/>
                    <a:pt x="2608" y="1295"/>
                  </a:cubicBezTo>
                  <a:cubicBezTo>
                    <a:pt x="2608" y="580"/>
                    <a:pt x="2024" y="0"/>
                    <a:pt x="1304" y="0"/>
                  </a:cubicBezTo>
                  <a:cubicBezTo>
                    <a:pt x="584" y="0"/>
                    <a:pt x="0" y="580"/>
                    <a:pt x="0" y="1295"/>
                  </a:cubicBezTo>
                  <a:cubicBezTo>
                    <a:pt x="0" y="2011"/>
                    <a:pt x="584" y="2590"/>
                    <a:pt x="1304" y="25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5" name="Google Shape;695;p12"/>
            <p:cNvSpPr/>
            <p:nvPr/>
          </p:nvSpPr>
          <p:spPr>
            <a:xfrm>
              <a:off x="2886788" y="1847197"/>
              <a:ext cx="23465" cy="23299"/>
            </a:xfrm>
            <a:custGeom>
              <a:rect b="b" l="l" r="r" t="t"/>
              <a:pathLst>
                <a:path extrusionOk="0" h="2782" w="2801">
                  <a:moveTo>
                    <a:pt x="1401" y="2782"/>
                  </a:moveTo>
                  <a:cubicBezTo>
                    <a:pt x="2174" y="2782"/>
                    <a:pt x="2801" y="2159"/>
                    <a:pt x="2801" y="1391"/>
                  </a:cubicBezTo>
                  <a:cubicBezTo>
                    <a:pt x="2801" y="623"/>
                    <a:pt x="2174" y="0"/>
                    <a:pt x="1401" y="0"/>
                  </a:cubicBezTo>
                  <a:cubicBezTo>
                    <a:pt x="627" y="0"/>
                    <a:pt x="0" y="623"/>
                    <a:pt x="0" y="1391"/>
                  </a:cubicBezTo>
                  <a:cubicBezTo>
                    <a:pt x="0" y="2159"/>
                    <a:pt x="627" y="2782"/>
                    <a:pt x="1401" y="278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6" name="Google Shape;696;p12"/>
            <p:cNvSpPr/>
            <p:nvPr/>
          </p:nvSpPr>
          <p:spPr>
            <a:xfrm>
              <a:off x="2846975" y="1669036"/>
              <a:ext cx="24262" cy="24095"/>
            </a:xfrm>
            <a:custGeom>
              <a:rect b="b" l="l" r="r" t="t"/>
              <a:pathLst>
                <a:path extrusionOk="0" h="2877" w="2897">
                  <a:moveTo>
                    <a:pt x="1449" y="2877"/>
                  </a:moveTo>
                  <a:cubicBezTo>
                    <a:pt x="2249" y="2877"/>
                    <a:pt x="2897" y="2234"/>
                    <a:pt x="2897" y="1438"/>
                  </a:cubicBezTo>
                  <a:cubicBezTo>
                    <a:pt x="2897" y="644"/>
                    <a:pt x="2249" y="0"/>
                    <a:pt x="1449" y="0"/>
                  </a:cubicBezTo>
                  <a:cubicBezTo>
                    <a:pt x="649" y="0"/>
                    <a:pt x="0" y="644"/>
                    <a:pt x="0" y="1438"/>
                  </a:cubicBezTo>
                  <a:cubicBezTo>
                    <a:pt x="0" y="2234"/>
                    <a:pt x="649" y="2877"/>
                    <a:pt x="1449" y="287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7" name="Google Shape;697;p12"/>
            <p:cNvSpPr/>
            <p:nvPr/>
          </p:nvSpPr>
          <p:spPr>
            <a:xfrm>
              <a:off x="2815401" y="1489694"/>
              <a:ext cx="24179" cy="24179"/>
            </a:xfrm>
            <a:custGeom>
              <a:rect b="b" l="l" r="r" t="t"/>
              <a:pathLst>
                <a:path extrusionOk="0" h="2887" w="2887">
                  <a:moveTo>
                    <a:pt x="2888" y="1444"/>
                  </a:moveTo>
                  <a:cubicBezTo>
                    <a:pt x="2888" y="2241"/>
                    <a:pt x="2241" y="2888"/>
                    <a:pt x="1444" y="2888"/>
                  </a:cubicBezTo>
                  <a:cubicBezTo>
                    <a:pt x="646" y="2888"/>
                    <a:pt x="0" y="2242"/>
                    <a:pt x="0" y="1444"/>
                  </a:cubicBezTo>
                  <a:cubicBezTo>
                    <a:pt x="0" y="647"/>
                    <a:pt x="646" y="0"/>
                    <a:pt x="1444" y="0"/>
                  </a:cubicBezTo>
                  <a:cubicBezTo>
                    <a:pt x="2241" y="0"/>
                    <a:pt x="2888" y="646"/>
                    <a:pt x="2888" y="14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8" name="Google Shape;698;p12"/>
            <p:cNvSpPr/>
            <p:nvPr/>
          </p:nvSpPr>
          <p:spPr>
            <a:xfrm>
              <a:off x="2792449" y="1310015"/>
              <a:ext cx="22564" cy="22564"/>
            </a:xfrm>
            <a:custGeom>
              <a:rect b="b" l="l" r="r" t="t"/>
              <a:pathLst>
                <a:path extrusionOk="0" h="2695" w="2695">
                  <a:moveTo>
                    <a:pt x="2696" y="1348"/>
                  </a:moveTo>
                  <a:cubicBezTo>
                    <a:pt x="2696" y="2092"/>
                    <a:pt x="2092" y="2696"/>
                    <a:pt x="1348" y="2696"/>
                  </a:cubicBezTo>
                  <a:cubicBezTo>
                    <a:pt x="603" y="2696"/>
                    <a:pt x="0" y="2092"/>
                    <a:pt x="0" y="1348"/>
                  </a:cubicBezTo>
                  <a:cubicBezTo>
                    <a:pt x="0" y="603"/>
                    <a:pt x="603" y="0"/>
                    <a:pt x="1348" y="0"/>
                  </a:cubicBezTo>
                  <a:cubicBezTo>
                    <a:pt x="2092" y="0"/>
                    <a:pt x="2696" y="603"/>
                    <a:pt x="2696" y="13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699" name="Google Shape;699;p12"/>
            <p:cNvSpPr/>
            <p:nvPr/>
          </p:nvSpPr>
          <p:spPr>
            <a:xfrm>
              <a:off x="2777343" y="1129521"/>
              <a:ext cx="21030" cy="20873"/>
            </a:xfrm>
            <a:custGeom>
              <a:rect b="b" l="l" r="r" t="t"/>
              <a:pathLst>
                <a:path extrusionOk="0" h="2493" w="2511">
                  <a:moveTo>
                    <a:pt x="1255" y="2494"/>
                  </a:moveTo>
                  <a:cubicBezTo>
                    <a:pt x="1949" y="2494"/>
                    <a:pt x="2512" y="1935"/>
                    <a:pt x="2512" y="1247"/>
                  </a:cubicBezTo>
                  <a:cubicBezTo>
                    <a:pt x="2512" y="558"/>
                    <a:pt x="1949" y="0"/>
                    <a:pt x="1255" y="0"/>
                  </a:cubicBezTo>
                  <a:cubicBezTo>
                    <a:pt x="562" y="0"/>
                    <a:pt x="0" y="558"/>
                    <a:pt x="0" y="1247"/>
                  </a:cubicBezTo>
                  <a:cubicBezTo>
                    <a:pt x="0" y="1935"/>
                    <a:pt x="562" y="2494"/>
                    <a:pt x="1255" y="249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0" name="Google Shape;700;p12"/>
            <p:cNvSpPr/>
            <p:nvPr/>
          </p:nvSpPr>
          <p:spPr>
            <a:xfrm>
              <a:off x="2770220" y="948470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1"/>
                  </a:cubicBezTo>
                  <a:cubicBezTo>
                    <a:pt x="2318" y="515"/>
                    <a:pt x="1799" y="0"/>
                    <a:pt x="1159" y="0"/>
                  </a:cubicBezTo>
                  <a:cubicBezTo>
                    <a:pt x="519" y="0"/>
                    <a:pt x="0" y="515"/>
                    <a:pt x="0" y="1151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1" name="Google Shape;701;p12"/>
            <p:cNvSpPr/>
            <p:nvPr/>
          </p:nvSpPr>
          <p:spPr>
            <a:xfrm>
              <a:off x="2769854" y="766011"/>
              <a:ext cx="20150" cy="20150"/>
            </a:xfrm>
            <a:custGeom>
              <a:rect b="b" l="l" r="r" t="t"/>
              <a:pathLst>
                <a:path extrusionOk="0" h="2406" w="2406">
                  <a:moveTo>
                    <a:pt x="2407" y="1203"/>
                  </a:moveTo>
                  <a:cubicBezTo>
                    <a:pt x="2407" y="1868"/>
                    <a:pt x="1868" y="2407"/>
                    <a:pt x="1203" y="2407"/>
                  </a:cubicBezTo>
                  <a:cubicBezTo>
                    <a:pt x="539" y="2407"/>
                    <a:pt x="0" y="1868"/>
                    <a:pt x="0" y="1203"/>
                  </a:cubicBezTo>
                  <a:cubicBezTo>
                    <a:pt x="0" y="539"/>
                    <a:pt x="539" y="0"/>
                    <a:pt x="1203" y="0"/>
                  </a:cubicBezTo>
                  <a:cubicBezTo>
                    <a:pt x="1868" y="0"/>
                    <a:pt x="2407" y="539"/>
                    <a:pt x="2407" y="120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2" name="Google Shape;702;p12"/>
            <p:cNvSpPr/>
            <p:nvPr/>
          </p:nvSpPr>
          <p:spPr>
            <a:xfrm>
              <a:off x="2776145" y="582600"/>
              <a:ext cx="23465" cy="23291"/>
            </a:xfrm>
            <a:custGeom>
              <a:rect b="b" l="l" r="r" t="t"/>
              <a:pathLst>
                <a:path extrusionOk="0" h="2781" w="2801">
                  <a:moveTo>
                    <a:pt x="1400" y="2781"/>
                  </a:moveTo>
                  <a:cubicBezTo>
                    <a:pt x="2174" y="2781"/>
                    <a:pt x="2801" y="2158"/>
                    <a:pt x="2801" y="1391"/>
                  </a:cubicBezTo>
                  <a:cubicBezTo>
                    <a:pt x="2801" y="622"/>
                    <a:pt x="2174" y="0"/>
                    <a:pt x="1400" y="0"/>
                  </a:cubicBezTo>
                  <a:cubicBezTo>
                    <a:pt x="627" y="0"/>
                    <a:pt x="0" y="622"/>
                    <a:pt x="0" y="1391"/>
                  </a:cubicBezTo>
                  <a:cubicBezTo>
                    <a:pt x="0" y="2158"/>
                    <a:pt x="627" y="2781"/>
                    <a:pt x="1400" y="27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3" name="Google Shape;703;p12"/>
            <p:cNvSpPr/>
            <p:nvPr/>
          </p:nvSpPr>
          <p:spPr>
            <a:xfrm>
              <a:off x="2790392" y="399647"/>
              <a:ext cx="26699" cy="26515"/>
            </a:xfrm>
            <a:custGeom>
              <a:rect b="b" l="l" r="r" t="t"/>
              <a:pathLst>
                <a:path extrusionOk="0" h="3166" w="3188">
                  <a:moveTo>
                    <a:pt x="1594" y="3166"/>
                  </a:moveTo>
                  <a:cubicBezTo>
                    <a:pt x="2474" y="3166"/>
                    <a:pt x="3188" y="2457"/>
                    <a:pt x="3188" y="1583"/>
                  </a:cubicBezTo>
                  <a:cubicBezTo>
                    <a:pt x="3188" y="709"/>
                    <a:pt x="2474" y="0"/>
                    <a:pt x="1594" y="0"/>
                  </a:cubicBezTo>
                  <a:cubicBezTo>
                    <a:pt x="713" y="0"/>
                    <a:pt x="0" y="709"/>
                    <a:pt x="0" y="1583"/>
                  </a:cubicBezTo>
                  <a:cubicBezTo>
                    <a:pt x="0" y="2457"/>
                    <a:pt x="713" y="3166"/>
                    <a:pt x="1594" y="316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4" name="Google Shape;704;p12"/>
            <p:cNvSpPr/>
            <p:nvPr/>
          </p:nvSpPr>
          <p:spPr>
            <a:xfrm>
              <a:off x="2812118" y="217160"/>
              <a:ext cx="30736" cy="30518"/>
            </a:xfrm>
            <a:custGeom>
              <a:rect b="b" l="l" r="r" t="t"/>
              <a:pathLst>
                <a:path extrusionOk="0" h="3645" w="3670">
                  <a:moveTo>
                    <a:pt x="1835" y="3645"/>
                  </a:moveTo>
                  <a:cubicBezTo>
                    <a:pt x="2849" y="3645"/>
                    <a:pt x="3671" y="2829"/>
                    <a:pt x="3671" y="1822"/>
                  </a:cubicBezTo>
                  <a:cubicBezTo>
                    <a:pt x="3671" y="815"/>
                    <a:pt x="2849" y="0"/>
                    <a:pt x="1835" y="0"/>
                  </a:cubicBezTo>
                  <a:cubicBezTo>
                    <a:pt x="822" y="0"/>
                    <a:pt x="0" y="815"/>
                    <a:pt x="0" y="1822"/>
                  </a:cubicBezTo>
                  <a:cubicBezTo>
                    <a:pt x="0" y="2829"/>
                    <a:pt x="822" y="3645"/>
                    <a:pt x="1835" y="364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5" name="Google Shape;705;p12"/>
            <p:cNvSpPr/>
            <p:nvPr/>
          </p:nvSpPr>
          <p:spPr>
            <a:xfrm>
              <a:off x="2842522" y="36658"/>
              <a:ext cx="33165" cy="32931"/>
            </a:xfrm>
            <a:custGeom>
              <a:rect b="b" l="l" r="r" t="t"/>
              <a:pathLst>
                <a:path extrusionOk="0" h="3932" w="3960">
                  <a:moveTo>
                    <a:pt x="1980" y="3933"/>
                  </a:moveTo>
                  <a:cubicBezTo>
                    <a:pt x="3074" y="3933"/>
                    <a:pt x="3961" y="3053"/>
                    <a:pt x="3961" y="1967"/>
                  </a:cubicBezTo>
                  <a:cubicBezTo>
                    <a:pt x="3961" y="880"/>
                    <a:pt x="3074" y="0"/>
                    <a:pt x="1980" y="0"/>
                  </a:cubicBezTo>
                  <a:cubicBezTo>
                    <a:pt x="887" y="0"/>
                    <a:pt x="0" y="880"/>
                    <a:pt x="0" y="1967"/>
                  </a:cubicBezTo>
                  <a:cubicBezTo>
                    <a:pt x="0" y="3053"/>
                    <a:pt x="887" y="3933"/>
                    <a:pt x="1980" y="39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6" name="Google Shape;706;p12"/>
            <p:cNvSpPr/>
            <p:nvPr/>
          </p:nvSpPr>
          <p:spPr>
            <a:xfrm>
              <a:off x="6913028" y="5207114"/>
              <a:ext cx="9710" cy="9645"/>
            </a:xfrm>
            <a:custGeom>
              <a:rect b="b" l="l" r="r" t="t"/>
              <a:pathLst>
                <a:path extrusionOk="0" h="1152" w="1159">
                  <a:moveTo>
                    <a:pt x="579" y="1152"/>
                  </a:moveTo>
                  <a:cubicBezTo>
                    <a:pt x="899" y="1152"/>
                    <a:pt x="1159" y="895"/>
                    <a:pt x="1159" y="571"/>
                  </a:cubicBezTo>
                  <a:cubicBezTo>
                    <a:pt x="1159" y="257"/>
                    <a:pt x="899" y="0"/>
                    <a:pt x="579" y="0"/>
                  </a:cubicBezTo>
                  <a:cubicBezTo>
                    <a:pt x="259" y="0"/>
                    <a:pt x="0" y="257"/>
                    <a:pt x="0" y="571"/>
                  </a:cubicBezTo>
                  <a:cubicBezTo>
                    <a:pt x="0" y="895"/>
                    <a:pt x="259" y="1152"/>
                    <a:pt x="579" y="115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7" name="Google Shape;707;p12"/>
            <p:cNvSpPr/>
            <p:nvPr/>
          </p:nvSpPr>
          <p:spPr>
            <a:xfrm>
              <a:off x="6726673" y="5196260"/>
              <a:ext cx="16122" cy="16122"/>
            </a:xfrm>
            <a:custGeom>
              <a:rect b="b" l="l" r="r" t="t"/>
              <a:pathLst>
                <a:path extrusionOk="0" h="1925" w="1925">
                  <a:moveTo>
                    <a:pt x="1925" y="962"/>
                  </a:moveTo>
                  <a:cubicBezTo>
                    <a:pt x="1925" y="1494"/>
                    <a:pt x="1494" y="1925"/>
                    <a:pt x="963" y="1925"/>
                  </a:cubicBezTo>
                  <a:cubicBezTo>
                    <a:pt x="431" y="1925"/>
                    <a:pt x="0" y="1494"/>
                    <a:pt x="0" y="962"/>
                  </a:cubicBezTo>
                  <a:cubicBezTo>
                    <a:pt x="0" y="431"/>
                    <a:pt x="431" y="0"/>
                    <a:pt x="963" y="0"/>
                  </a:cubicBezTo>
                  <a:cubicBezTo>
                    <a:pt x="1494" y="0"/>
                    <a:pt x="1925" y="431"/>
                    <a:pt x="1925" y="9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8" name="Google Shape;708;p12"/>
            <p:cNvSpPr/>
            <p:nvPr/>
          </p:nvSpPr>
          <p:spPr>
            <a:xfrm>
              <a:off x="6541151" y="5178238"/>
              <a:ext cx="21834" cy="21691"/>
            </a:xfrm>
            <a:custGeom>
              <a:rect b="b" l="l" r="r" t="t"/>
              <a:pathLst>
                <a:path extrusionOk="0" h="2590" w="2607">
                  <a:moveTo>
                    <a:pt x="1304" y="2591"/>
                  </a:moveTo>
                  <a:cubicBezTo>
                    <a:pt x="2024" y="2591"/>
                    <a:pt x="2608" y="2010"/>
                    <a:pt x="2608" y="1295"/>
                  </a:cubicBezTo>
                  <a:cubicBezTo>
                    <a:pt x="2608" y="581"/>
                    <a:pt x="2024" y="0"/>
                    <a:pt x="1304" y="0"/>
                  </a:cubicBezTo>
                  <a:cubicBezTo>
                    <a:pt x="584" y="0"/>
                    <a:pt x="0" y="581"/>
                    <a:pt x="0" y="1295"/>
                  </a:cubicBezTo>
                  <a:cubicBezTo>
                    <a:pt x="0" y="2010"/>
                    <a:pt x="584" y="2591"/>
                    <a:pt x="1304" y="25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09" name="Google Shape;709;p12"/>
            <p:cNvSpPr/>
            <p:nvPr/>
          </p:nvSpPr>
          <p:spPr>
            <a:xfrm>
              <a:off x="6356863" y="5153028"/>
              <a:ext cx="26700" cy="26482"/>
            </a:xfrm>
            <a:custGeom>
              <a:rect b="b" l="l" r="r" t="t"/>
              <a:pathLst>
                <a:path extrusionOk="0" h="3162" w="3188">
                  <a:moveTo>
                    <a:pt x="1594" y="3162"/>
                  </a:moveTo>
                  <a:cubicBezTo>
                    <a:pt x="2474" y="3162"/>
                    <a:pt x="3188" y="2457"/>
                    <a:pt x="3188" y="1581"/>
                  </a:cubicBezTo>
                  <a:cubicBezTo>
                    <a:pt x="3188" y="705"/>
                    <a:pt x="2474" y="0"/>
                    <a:pt x="1594" y="0"/>
                  </a:cubicBezTo>
                  <a:cubicBezTo>
                    <a:pt x="713" y="0"/>
                    <a:pt x="0" y="705"/>
                    <a:pt x="0" y="1581"/>
                  </a:cubicBezTo>
                  <a:cubicBezTo>
                    <a:pt x="0" y="2457"/>
                    <a:pt x="713" y="3162"/>
                    <a:pt x="1594" y="31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0" name="Google Shape;710;p12"/>
            <p:cNvSpPr/>
            <p:nvPr/>
          </p:nvSpPr>
          <p:spPr>
            <a:xfrm>
              <a:off x="6174906" y="5121435"/>
              <a:ext cx="29120" cy="28952"/>
            </a:xfrm>
            <a:custGeom>
              <a:rect b="b" l="l" r="r" t="t"/>
              <a:pathLst>
                <a:path extrusionOk="0" h="3457" w="3477">
                  <a:moveTo>
                    <a:pt x="1738" y="3458"/>
                  </a:moveTo>
                  <a:cubicBezTo>
                    <a:pt x="2698" y="3458"/>
                    <a:pt x="3478" y="2677"/>
                    <a:pt x="3478" y="1724"/>
                  </a:cubicBezTo>
                  <a:cubicBezTo>
                    <a:pt x="3478" y="772"/>
                    <a:pt x="2698" y="0"/>
                    <a:pt x="1738" y="0"/>
                  </a:cubicBezTo>
                  <a:cubicBezTo>
                    <a:pt x="778" y="0"/>
                    <a:pt x="0" y="772"/>
                    <a:pt x="0" y="1724"/>
                  </a:cubicBezTo>
                  <a:cubicBezTo>
                    <a:pt x="0" y="2677"/>
                    <a:pt x="778" y="3458"/>
                    <a:pt x="1738" y="345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1" name="Google Shape;711;p12"/>
            <p:cNvSpPr/>
            <p:nvPr/>
          </p:nvSpPr>
          <p:spPr>
            <a:xfrm>
              <a:off x="5996818" y="5084822"/>
              <a:ext cx="26700" cy="26482"/>
            </a:xfrm>
            <a:custGeom>
              <a:rect b="b" l="l" r="r" t="t"/>
              <a:pathLst>
                <a:path extrusionOk="0" h="3162" w="3188">
                  <a:moveTo>
                    <a:pt x="1594" y="3162"/>
                  </a:moveTo>
                  <a:cubicBezTo>
                    <a:pt x="2475" y="3162"/>
                    <a:pt x="3188" y="2457"/>
                    <a:pt x="3188" y="1581"/>
                  </a:cubicBezTo>
                  <a:cubicBezTo>
                    <a:pt x="3188" y="705"/>
                    <a:pt x="2475" y="0"/>
                    <a:pt x="1594" y="0"/>
                  </a:cubicBezTo>
                  <a:cubicBezTo>
                    <a:pt x="713" y="0"/>
                    <a:pt x="0" y="705"/>
                    <a:pt x="0" y="1581"/>
                  </a:cubicBezTo>
                  <a:cubicBezTo>
                    <a:pt x="0" y="2457"/>
                    <a:pt x="713" y="3162"/>
                    <a:pt x="1594" y="31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2" name="Google Shape;712;p12"/>
            <p:cNvSpPr/>
            <p:nvPr/>
          </p:nvSpPr>
          <p:spPr>
            <a:xfrm>
              <a:off x="5821335" y="5041544"/>
              <a:ext cx="22564" cy="22564"/>
            </a:xfrm>
            <a:custGeom>
              <a:rect b="b" l="l" r="r" t="t"/>
              <a:pathLst>
                <a:path extrusionOk="0" h="2695" w="2695">
                  <a:moveTo>
                    <a:pt x="2696" y="1348"/>
                  </a:moveTo>
                  <a:cubicBezTo>
                    <a:pt x="2696" y="2092"/>
                    <a:pt x="2092" y="2696"/>
                    <a:pt x="1348" y="2696"/>
                  </a:cubicBezTo>
                  <a:cubicBezTo>
                    <a:pt x="603" y="2696"/>
                    <a:pt x="0" y="2092"/>
                    <a:pt x="0" y="1348"/>
                  </a:cubicBezTo>
                  <a:cubicBezTo>
                    <a:pt x="0" y="603"/>
                    <a:pt x="603" y="0"/>
                    <a:pt x="1348" y="0"/>
                  </a:cubicBezTo>
                  <a:cubicBezTo>
                    <a:pt x="2092" y="0"/>
                    <a:pt x="2696" y="603"/>
                    <a:pt x="2696" y="13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3" name="Google Shape;713;p12"/>
            <p:cNvSpPr/>
            <p:nvPr/>
          </p:nvSpPr>
          <p:spPr>
            <a:xfrm>
              <a:off x="5648632" y="4991718"/>
              <a:ext cx="16990" cy="16909"/>
            </a:xfrm>
            <a:custGeom>
              <a:rect b="b" l="l" r="r" t="t"/>
              <a:pathLst>
                <a:path extrusionOk="0" h="2019" w="2028">
                  <a:moveTo>
                    <a:pt x="1014" y="2019"/>
                  </a:moveTo>
                  <a:cubicBezTo>
                    <a:pt x="1574" y="2019"/>
                    <a:pt x="2029" y="1572"/>
                    <a:pt x="2029" y="1010"/>
                  </a:cubicBezTo>
                  <a:cubicBezTo>
                    <a:pt x="2029" y="457"/>
                    <a:pt x="1574" y="0"/>
                    <a:pt x="1014" y="0"/>
                  </a:cubicBezTo>
                  <a:cubicBezTo>
                    <a:pt x="454" y="0"/>
                    <a:pt x="0" y="457"/>
                    <a:pt x="0" y="1010"/>
                  </a:cubicBezTo>
                  <a:cubicBezTo>
                    <a:pt x="0" y="1572"/>
                    <a:pt x="454" y="2019"/>
                    <a:pt x="1014" y="201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4" name="Google Shape;714;p12"/>
            <p:cNvSpPr/>
            <p:nvPr/>
          </p:nvSpPr>
          <p:spPr>
            <a:xfrm>
              <a:off x="5478371" y="4934705"/>
              <a:ext cx="11284" cy="11284"/>
            </a:xfrm>
            <a:custGeom>
              <a:rect b="b" l="l" r="r" t="t"/>
              <a:pathLst>
                <a:path extrusionOk="0" h="1347" w="1347">
                  <a:moveTo>
                    <a:pt x="1348" y="674"/>
                  </a:moveTo>
                  <a:cubicBezTo>
                    <a:pt x="1348" y="1046"/>
                    <a:pt x="1046" y="1348"/>
                    <a:pt x="674" y="1348"/>
                  </a:cubicBezTo>
                  <a:cubicBezTo>
                    <a:pt x="302" y="1348"/>
                    <a:pt x="0" y="1046"/>
                    <a:pt x="0" y="674"/>
                  </a:cubicBezTo>
                  <a:cubicBezTo>
                    <a:pt x="0" y="302"/>
                    <a:pt x="302" y="0"/>
                    <a:pt x="674" y="0"/>
                  </a:cubicBezTo>
                  <a:cubicBezTo>
                    <a:pt x="1046" y="0"/>
                    <a:pt x="1348" y="302"/>
                    <a:pt x="1348" y="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5" name="Google Shape;715;p12"/>
            <p:cNvSpPr/>
            <p:nvPr/>
          </p:nvSpPr>
          <p:spPr>
            <a:xfrm>
              <a:off x="5309948" y="4869673"/>
              <a:ext cx="7278" cy="7251"/>
            </a:xfrm>
            <a:custGeom>
              <a:rect b="b" l="l" r="r" t="t"/>
              <a:pathLst>
                <a:path extrusionOk="0" h="866" w="869">
                  <a:moveTo>
                    <a:pt x="434" y="867"/>
                  </a:moveTo>
                  <a:cubicBezTo>
                    <a:pt x="674" y="867"/>
                    <a:pt x="870" y="676"/>
                    <a:pt x="870" y="438"/>
                  </a:cubicBezTo>
                  <a:cubicBezTo>
                    <a:pt x="870" y="200"/>
                    <a:pt x="674" y="0"/>
                    <a:pt x="434" y="0"/>
                  </a:cubicBezTo>
                  <a:cubicBezTo>
                    <a:pt x="194" y="0"/>
                    <a:pt x="0" y="200"/>
                    <a:pt x="0" y="438"/>
                  </a:cubicBezTo>
                  <a:cubicBezTo>
                    <a:pt x="0" y="676"/>
                    <a:pt x="194" y="867"/>
                    <a:pt x="434" y="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6" name="Google Shape;716;p12"/>
            <p:cNvSpPr/>
            <p:nvPr/>
          </p:nvSpPr>
          <p:spPr>
            <a:xfrm>
              <a:off x="5143692" y="4796841"/>
              <a:ext cx="4846" cy="4864"/>
            </a:xfrm>
            <a:custGeom>
              <a:rect b="b" l="l" r="r" t="t"/>
              <a:pathLst>
                <a:path extrusionOk="0" h="581" w="579">
                  <a:moveTo>
                    <a:pt x="290" y="581"/>
                  </a:moveTo>
                  <a:cubicBezTo>
                    <a:pt x="450" y="581"/>
                    <a:pt x="579" y="448"/>
                    <a:pt x="579" y="295"/>
                  </a:cubicBezTo>
                  <a:cubicBezTo>
                    <a:pt x="579" y="133"/>
                    <a:pt x="450" y="0"/>
                    <a:pt x="290" y="0"/>
                  </a:cubicBezTo>
                  <a:cubicBezTo>
                    <a:pt x="130" y="0"/>
                    <a:pt x="0" y="133"/>
                    <a:pt x="0" y="295"/>
                  </a:cubicBezTo>
                  <a:cubicBezTo>
                    <a:pt x="0" y="448"/>
                    <a:pt x="130" y="581"/>
                    <a:pt x="290" y="5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7" name="Google Shape;717;p12"/>
            <p:cNvSpPr/>
            <p:nvPr/>
          </p:nvSpPr>
          <p:spPr>
            <a:xfrm>
              <a:off x="4979904" y="4716347"/>
              <a:ext cx="4032" cy="3986"/>
            </a:xfrm>
            <a:custGeom>
              <a:rect b="b" l="l" r="r" t="t"/>
              <a:pathLst>
                <a:path extrusionOk="0" h="476" w="482">
                  <a:moveTo>
                    <a:pt x="242" y="476"/>
                  </a:moveTo>
                  <a:cubicBezTo>
                    <a:pt x="375" y="476"/>
                    <a:pt x="483" y="371"/>
                    <a:pt x="483" y="238"/>
                  </a:cubicBezTo>
                  <a:cubicBezTo>
                    <a:pt x="483" y="105"/>
                    <a:pt x="375" y="0"/>
                    <a:pt x="242" y="0"/>
                  </a:cubicBezTo>
                  <a:cubicBezTo>
                    <a:pt x="109" y="0"/>
                    <a:pt x="0" y="105"/>
                    <a:pt x="0" y="238"/>
                  </a:cubicBezTo>
                  <a:cubicBezTo>
                    <a:pt x="0" y="371"/>
                    <a:pt x="109" y="476"/>
                    <a:pt x="242" y="47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8" name="Google Shape;718;p12"/>
            <p:cNvSpPr/>
            <p:nvPr/>
          </p:nvSpPr>
          <p:spPr>
            <a:xfrm>
              <a:off x="4819272" y="4628674"/>
              <a:ext cx="4032" cy="3986"/>
            </a:xfrm>
            <a:custGeom>
              <a:rect b="b" l="l" r="r" t="t"/>
              <a:pathLst>
                <a:path extrusionOk="0" h="476" w="482">
                  <a:moveTo>
                    <a:pt x="241" y="476"/>
                  </a:moveTo>
                  <a:cubicBezTo>
                    <a:pt x="374" y="476"/>
                    <a:pt x="483" y="371"/>
                    <a:pt x="483" y="238"/>
                  </a:cubicBezTo>
                  <a:cubicBezTo>
                    <a:pt x="483" y="105"/>
                    <a:pt x="374" y="0"/>
                    <a:pt x="241" y="0"/>
                  </a:cubicBezTo>
                  <a:cubicBezTo>
                    <a:pt x="108" y="0"/>
                    <a:pt x="0" y="105"/>
                    <a:pt x="0" y="238"/>
                  </a:cubicBezTo>
                  <a:cubicBezTo>
                    <a:pt x="0" y="371"/>
                    <a:pt x="108" y="476"/>
                    <a:pt x="241" y="47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19" name="Google Shape;719;p12"/>
            <p:cNvSpPr/>
            <p:nvPr/>
          </p:nvSpPr>
          <p:spPr>
            <a:xfrm>
              <a:off x="4662068" y="4533988"/>
              <a:ext cx="4855" cy="4782"/>
            </a:xfrm>
            <a:custGeom>
              <a:rect b="b" l="l" r="r" t="t"/>
              <a:pathLst>
                <a:path extrusionOk="0" h="571" w="580">
                  <a:moveTo>
                    <a:pt x="290" y="571"/>
                  </a:moveTo>
                  <a:cubicBezTo>
                    <a:pt x="450" y="571"/>
                    <a:pt x="580" y="448"/>
                    <a:pt x="580" y="286"/>
                  </a:cubicBezTo>
                  <a:cubicBezTo>
                    <a:pt x="580" y="124"/>
                    <a:pt x="450" y="0"/>
                    <a:pt x="290" y="0"/>
                  </a:cubicBezTo>
                  <a:cubicBezTo>
                    <a:pt x="130" y="0"/>
                    <a:pt x="0" y="124"/>
                    <a:pt x="0" y="286"/>
                  </a:cubicBezTo>
                  <a:cubicBezTo>
                    <a:pt x="0" y="448"/>
                    <a:pt x="130" y="571"/>
                    <a:pt x="290" y="5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0" name="Google Shape;720;p12"/>
            <p:cNvSpPr/>
            <p:nvPr/>
          </p:nvSpPr>
          <p:spPr>
            <a:xfrm>
              <a:off x="4508577" y="4432435"/>
              <a:ext cx="6474" cy="6382"/>
            </a:xfrm>
            <a:custGeom>
              <a:rect b="b" l="l" r="r" t="t"/>
              <a:pathLst>
                <a:path extrusionOk="0" h="762" w="773">
                  <a:moveTo>
                    <a:pt x="387" y="762"/>
                  </a:moveTo>
                  <a:cubicBezTo>
                    <a:pt x="600" y="762"/>
                    <a:pt x="773" y="591"/>
                    <a:pt x="773" y="381"/>
                  </a:cubicBezTo>
                  <a:cubicBezTo>
                    <a:pt x="773" y="172"/>
                    <a:pt x="600" y="0"/>
                    <a:pt x="387" y="0"/>
                  </a:cubicBezTo>
                  <a:cubicBezTo>
                    <a:pt x="173" y="0"/>
                    <a:pt x="0" y="172"/>
                    <a:pt x="0" y="381"/>
                  </a:cubicBezTo>
                  <a:cubicBezTo>
                    <a:pt x="0" y="591"/>
                    <a:pt x="173" y="762"/>
                    <a:pt x="387" y="7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1" name="Google Shape;721;p12"/>
            <p:cNvSpPr/>
            <p:nvPr/>
          </p:nvSpPr>
          <p:spPr>
            <a:xfrm>
              <a:off x="4359877" y="4325066"/>
              <a:ext cx="7278" cy="7177"/>
            </a:xfrm>
            <a:custGeom>
              <a:rect b="b" l="l" r="r" t="t"/>
              <a:pathLst>
                <a:path extrusionOk="0" h="857" w="869">
                  <a:moveTo>
                    <a:pt x="435" y="857"/>
                  </a:moveTo>
                  <a:cubicBezTo>
                    <a:pt x="675" y="857"/>
                    <a:pt x="870" y="667"/>
                    <a:pt x="870" y="429"/>
                  </a:cubicBezTo>
                  <a:cubicBezTo>
                    <a:pt x="870" y="190"/>
                    <a:pt x="675" y="0"/>
                    <a:pt x="435" y="0"/>
                  </a:cubicBezTo>
                  <a:cubicBezTo>
                    <a:pt x="195" y="0"/>
                    <a:pt x="0" y="190"/>
                    <a:pt x="0" y="429"/>
                  </a:cubicBezTo>
                  <a:cubicBezTo>
                    <a:pt x="0" y="667"/>
                    <a:pt x="195" y="857"/>
                    <a:pt x="435" y="85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2" name="Google Shape;722;p12"/>
            <p:cNvSpPr/>
            <p:nvPr/>
          </p:nvSpPr>
          <p:spPr>
            <a:xfrm>
              <a:off x="4216225" y="4211936"/>
              <a:ext cx="7278" cy="7251"/>
            </a:xfrm>
            <a:custGeom>
              <a:rect b="b" l="l" r="r" t="t"/>
              <a:pathLst>
                <a:path extrusionOk="0" h="866" w="869">
                  <a:moveTo>
                    <a:pt x="434" y="867"/>
                  </a:moveTo>
                  <a:cubicBezTo>
                    <a:pt x="674" y="867"/>
                    <a:pt x="870" y="676"/>
                    <a:pt x="870" y="438"/>
                  </a:cubicBezTo>
                  <a:cubicBezTo>
                    <a:pt x="870" y="200"/>
                    <a:pt x="674" y="0"/>
                    <a:pt x="434" y="0"/>
                  </a:cubicBezTo>
                  <a:cubicBezTo>
                    <a:pt x="194" y="0"/>
                    <a:pt x="0" y="200"/>
                    <a:pt x="0" y="438"/>
                  </a:cubicBezTo>
                  <a:cubicBezTo>
                    <a:pt x="0" y="676"/>
                    <a:pt x="194" y="867"/>
                    <a:pt x="434" y="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3" name="Google Shape;723;p12"/>
            <p:cNvSpPr/>
            <p:nvPr/>
          </p:nvSpPr>
          <p:spPr>
            <a:xfrm>
              <a:off x="4077455" y="4093000"/>
              <a:ext cx="7278" cy="7251"/>
            </a:xfrm>
            <a:custGeom>
              <a:rect b="b" l="l" r="r" t="t"/>
              <a:pathLst>
                <a:path extrusionOk="0" h="866" w="869">
                  <a:moveTo>
                    <a:pt x="435" y="867"/>
                  </a:moveTo>
                  <a:cubicBezTo>
                    <a:pt x="675" y="867"/>
                    <a:pt x="870" y="676"/>
                    <a:pt x="870" y="438"/>
                  </a:cubicBezTo>
                  <a:cubicBezTo>
                    <a:pt x="870" y="200"/>
                    <a:pt x="675" y="0"/>
                    <a:pt x="435" y="0"/>
                  </a:cubicBezTo>
                  <a:cubicBezTo>
                    <a:pt x="195" y="0"/>
                    <a:pt x="0" y="200"/>
                    <a:pt x="0" y="438"/>
                  </a:cubicBezTo>
                  <a:cubicBezTo>
                    <a:pt x="0" y="676"/>
                    <a:pt x="195" y="867"/>
                    <a:pt x="435" y="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4" name="Google Shape;724;p12"/>
            <p:cNvSpPr/>
            <p:nvPr/>
          </p:nvSpPr>
          <p:spPr>
            <a:xfrm>
              <a:off x="3943825" y="3968422"/>
              <a:ext cx="7278" cy="7223"/>
            </a:xfrm>
            <a:custGeom>
              <a:rect b="b" l="l" r="r" t="t"/>
              <a:pathLst>
                <a:path extrusionOk="0" h="863" w="869">
                  <a:moveTo>
                    <a:pt x="435" y="864"/>
                  </a:moveTo>
                  <a:cubicBezTo>
                    <a:pt x="675" y="864"/>
                    <a:pt x="870" y="671"/>
                    <a:pt x="870" y="432"/>
                  </a:cubicBezTo>
                  <a:cubicBezTo>
                    <a:pt x="870" y="193"/>
                    <a:pt x="675" y="0"/>
                    <a:pt x="435" y="0"/>
                  </a:cubicBezTo>
                  <a:cubicBezTo>
                    <a:pt x="195" y="0"/>
                    <a:pt x="0" y="193"/>
                    <a:pt x="0" y="432"/>
                  </a:cubicBezTo>
                  <a:cubicBezTo>
                    <a:pt x="0" y="671"/>
                    <a:pt x="195" y="864"/>
                    <a:pt x="435" y="86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5" name="Google Shape;725;p12"/>
            <p:cNvSpPr/>
            <p:nvPr/>
          </p:nvSpPr>
          <p:spPr>
            <a:xfrm>
              <a:off x="3815580" y="3838386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4" y="863"/>
                  </a:moveTo>
                  <a:cubicBezTo>
                    <a:pt x="675" y="863"/>
                    <a:pt x="870" y="670"/>
                    <a:pt x="870" y="431"/>
                  </a:cubicBezTo>
                  <a:cubicBezTo>
                    <a:pt x="870" y="193"/>
                    <a:pt x="675" y="0"/>
                    <a:pt x="434" y="0"/>
                  </a:cubicBezTo>
                  <a:cubicBezTo>
                    <a:pt x="194" y="0"/>
                    <a:pt x="0" y="193"/>
                    <a:pt x="0" y="431"/>
                  </a:cubicBezTo>
                  <a:cubicBezTo>
                    <a:pt x="0" y="670"/>
                    <a:pt x="194" y="863"/>
                    <a:pt x="434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6" name="Google Shape;726;p12"/>
            <p:cNvSpPr/>
            <p:nvPr/>
          </p:nvSpPr>
          <p:spPr>
            <a:xfrm>
              <a:off x="3692914" y="3703109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5" y="863"/>
                  </a:moveTo>
                  <a:cubicBezTo>
                    <a:pt x="675" y="863"/>
                    <a:pt x="870" y="671"/>
                    <a:pt x="870" y="431"/>
                  </a:cubicBezTo>
                  <a:cubicBezTo>
                    <a:pt x="870" y="193"/>
                    <a:pt x="675" y="0"/>
                    <a:pt x="435" y="0"/>
                  </a:cubicBezTo>
                  <a:cubicBezTo>
                    <a:pt x="195" y="0"/>
                    <a:pt x="0" y="193"/>
                    <a:pt x="0" y="431"/>
                  </a:cubicBezTo>
                  <a:cubicBezTo>
                    <a:pt x="0" y="671"/>
                    <a:pt x="195" y="863"/>
                    <a:pt x="435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7" name="Google Shape;727;p12"/>
            <p:cNvSpPr/>
            <p:nvPr/>
          </p:nvSpPr>
          <p:spPr>
            <a:xfrm>
              <a:off x="3576072" y="3562859"/>
              <a:ext cx="7278" cy="7215"/>
            </a:xfrm>
            <a:custGeom>
              <a:rect b="b" l="l" r="r" t="t"/>
              <a:pathLst>
                <a:path extrusionOk="0" h="862" w="869">
                  <a:moveTo>
                    <a:pt x="435" y="863"/>
                  </a:moveTo>
                  <a:cubicBezTo>
                    <a:pt x="675" y="863"/>
                    <a:pt x="870" y="670"/>
                    <a:pt x="870" y="432"/>
                  </a:cubicBezTo>
                  <a:cubicBezTo>
                    <a:pt x="870" y="193"/>
                    <a:pt x="675" y="0"/>
                    <a:pt x="435" y="0"/>
                  </a:cubicBezTo>
                  <a:cubicBezTo>
                    <a:pt x="194" y="0"/>
                    <a:pt x="0" y="193"/>
                    <a:pt x="0" y="432"/>
                  </a:cubicBezTo>
                  <a:cubicBezTo>
                    <a:pt x="0" y="670"/>
                    <a:pt x="194" y="863"/>
                    <a:pt x="435" y="86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8" name="Google Shape;728;p12"/>
            <p:cNvSpPr/>
            <p:nvPr/>
          </p:nvSpPr>
          <p:spPr>
            <a:xfrm>
              <a:off x="3464844" y="3417478"/>
              <a:ext cx="8082" cy="8027"/>
            </a:xfrm>
            <a:custGeom>
              <a:rect b="b" l="l" r="r" t="t"/>
              <a:pathLst>
                <a:path extrusionOk="0" h="959" w="965">
                  <a:moveTo>
                    <a:pt x="483" y="959"/>
                  </a:moveTo>
                  <a:cubicBezTo>
                    <a:pt x="750" y="959"/>
                    <a:pt x="966" y="744"/>
                    <a:pt x="966" y="479"/>
                  </a:cubicBezTo>
                  <a:cubicBezTo>
                    <a:pt x="966" y="214"/>
                    <a:pt x="750" y="0"/>
                    <a:pt x="483" y="0"/>
                  </a:cubicBezTo>
                  <a:cubicBezTo>
                    <a:pt x="216" y="0"/>
                    <a:pt x="0" y="214"/>
                    <a:pt x="0" y="479"/>
                  </a:cubicBezTo>
                  <a:cubicBezTo>
                    <a:pt x="0" y="744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29" name="Google Shape;729;p12"/>
            <p:cNvSpPr/>
            <p:nvPr/>
          </p:nvSpPr>
          <p:spPr>
            <a:xfrm>
              <a:off x="3359825" y="3267599"/>
              <a:ext cx="8897" cy="8833"/>
            </a:xfrm>
            <a:custGeom>
              <a:rect b="b" l="l" r="r" t="t"/>
              <a:pathLst>
                <a:path extrusionOk="0" h="1055" w="1062">
                  <a:moveTo>
                    <a:pt x="531" y="1055"/>
                  </a:moveTo>
                  <a:cubicBezTo>
                    <a:pt x="824" y="1055"/>
                    <a:pt x="1062" y="819"/>
                    <a:pt x="1062" y="528"/>
                  </a:cubicBezTo>
                  <a:cubicBezTo>
                    <a:pt x="1062" y="236"/>
                    <a:pt x="824" y="0"/>
                    <a:pt x="531" y="0"/>
                  </a:cubicBezTo>
                  <a:cubicBezTo>
                    <a:pt x="237" y="0"/>
                    <a:pt x="0" y="236"/>
                    <a:pt x="0" y="528"/>
                  </a:cubicBezTo>
                  <a:cubicBezTo>
                    <a:pt x="0" y="819"/>
                    <a:pt x="237" y="1055"/>
                    <a:pt x="531" y="10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0" name="Google Shape;730;p12"/>
            <p:cNvSpPr/>
            <p:nvPr/>
          </p:nvSpPr>
          <p:spPr>
            <a:xfrm>
              <a:off x="3261619" y="3113897"/>
              <a:ext cx="8869" cy="8869"/>
            </a:xfrm>
            <a:custGeom>
              <a:rect b="b" l="l" r="r" t="t"/>
              <a:pathLst>
                <a:path extrusionOk="0" h="1059" w="1059">
                  <a:moveTo>
                    <a:pt x="1059" y="530"/>
                  </a:moveTo>
                  <a:cubicBezTo>
                    <a:pt x="1059" y="822"/>
                    <a:pt x="822" y="1059"/>
                    <a:pt x="530" y="1059"/>
                  </a:cubicBezTo>
                  <a:cubicBezTo>
                    <a:pt x="237" y="1059"/>
                    <a:pt x="0" y="822"/>
                    <a:pt x="0" y="530"/>
                  </a:cubicBezTo>
                  <a:cubicBezTo>
                    <a:pt x="0" y="237"/>
                    <a:pt x="237" y="0"/>
                    <a:pt x="530" y="0"/>
                  </a:cubicBezTo>
                  <a:cubicBezTo>
                    <a:pt x="822" y="0"/>
                    <a:pt x="1059" y="237"/>
                    <a:pt x="1059" y="5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1" name="Google Shape;731;p12"/>
            <p:cNvSpPr/>
            <p:nvPr/>
          </p:nvSpPr>
          <p:spPr>
            <a:xfrm>
              <a:off x="3169539" y="2955880"/>
              <a:ext cx="9710" cy="9637"/>
            </a:xfrm>
            <a:custGeom>
              <a:rect b="b" l="l" r="r" t="t"/>
              <a:pathLst>
                <a:path extrusionOk="0" h="1151" w="1159">
                  <a:moveTo>
                    <a:pt x="579" y="1152"/>
                  </a:moveTo>
                  <a:cubicBezTo>
                    <a:pt x="899" y="1152"/>
                    <a:pt x="1159" y="893"/>
                    <a:pt x="1159" y="576"/>
                  </a:cubicBezTo>
                  <a:cubicBezTo>
                    <a:pt x="1159" y="258"/>
                    <a:pt x="899" y="0"/>
                    <a:pt x="579" y="0"/>
                  </a:cubicBezTo>
                  <a:cubicBezTo>
                    <a:pt x="259" y="0"/>
                    <a:pt x="0" y="258"/>
                    <a:pt x="0" y="576"/>
                  </a:cubicBezTo>
                  <a:cubicBezTo>
                    <a:pt x="0" y="893"/>
                    <a:pt x="259" y="1152"/>
                    <a:pt x="579" y="115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2" name="Google Shape;732;p12"/>
            <p:cNvSpPr/>
            <p:nvPr/>
          </p:nvSpPr>
          <p:spPr>
            <a:xfrm>
              <a:off x="3084618" y="2794570"/>
              <a:ext cx="9710" cy="9637"/>
            </a:xfrm>
            <a:custGeom>
              <a:rect b="b" l="l" r="r" t="t"/>
              <a:pathLst>
                <a:path extrusionOk="0" h="1151" w="1159">
                  <a:moveTo>
                    <a:pt x="579" y="1152"/>
                  </a:moveTo>
                  <a:cubicBezTo>
                    <a:pt x="900" y="1152"/>
                    <a:pt x="1159" y="893"/>
                    <a:pt x="1159" y="576"/>
                  </a:cubicBezTo>
                  <a:cubicBezTo>
                    <a:pt x="1159" y="258"/>
                    <a:pt x="900" y="0"/>
                    <a:pt x="579" y="0"/>
                  </a:cubicBezTo>
                  <a:cubicBezTo>
                    <a:pt x="259" y="0"/>
                    <a:pt x="0" y="258"/>
                    <a:pt x="0" y="576"/>
                  </a:cubicBezTo>
                  <a:cubicBezTo>
                    <a:pt x="0" y="893"/>
                    <a:pt x="259" y="1152"/>
                    <a:pt x="579" y="115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3" name="Google Shape;733;p12"/>
            <p:cNvSpPr/>
            <p:nvPr/>
          </p:nvSpPr>
          <p:spPr>
            <a:xfrm>
              <a:off x="3006154" y="2629466"/>
              <a:ext cx="10516" cy="10432"/>
            </a:xfrm>
            <a:custGeom>
              <a:rect b="b" l="l" r="r" t="t"/>
              <a:pathLst>
                <a:path extrusionOk="0" h="1246" w="1256">
                  <a:moveTo>
                    <a:pt x="629" y="1247"/>
                  </a:moveTo>
                  <a:cubicBezTo>
                    <a:pt x="975" y="1247"/>
                    <a:pt x="1256" y="968"/>
                    <a:pt x="1256" y="624"/>
                  </a:cubicBezTo>
                  <a:cubicBezTo>
                    <a:pt x="1256" y="279"/>
                    <a:pt x="975" y="0"/>
                    <a:pt x="629" y="0"/>
                  </a:cubicBezTo>
                  <a:cubicBezTo>
                    <a:pt x="282" y="0"/>
                    <a:pt x="0" y="279"/>
                    <a:pt x="0" y="624"/>
                  </a:cubicBezTo>
                  <a:cubicBezTo>
                    <a:pt x="0" y="968"/>
                    <a:pt x="282" y="1247"/>
                    <a:pt x="629" y="12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4" name="Google Shape;734;p12"/>
            <p:cNvSpPr/>
            <p:nvPr/>
          </p:nvSpPr>
          <p:spPr>
            <a:xfrm>
              <a:off x="2934739" y="2461244"/>
              <a:ext cx="11284" cy="11284"/>
            </a:xfrm>
            <a:custGeom>
              <a:rect b="b" l="l" r="r" t="t"/>
              <a:pathLst>
                <a:path extrusionOk="0" h="1347" w="1347">
                  <a:moveTo>
                    <a:pt x="1348" y="674"/>
                  </a:moveTo>
                  <a:cubicBezTo>
                    <a:pt x="1348" y="1046"/>
                    <a:pt x="1046" y="1348"/>
                    <a:pt x="674" y="1348"/>
                  </a:cubicBezTo>
                  <a:cubicBezTo>
                    <a:pt x="302" y="1348"/>
                    <a:pt x="0" y="1046"/>
                    <a:pt x="0" y="674"/>
                  </a:cubicBezTo>
                  <a:cubicBezTo>
                    <a:pt x="0" y="302"/>
                    <a:pt x="302" y="0"/>
                    <a:pt x="674" y="0"/>
                  </a:cubicBezTo>
                  <a:cubicBezTo>
                    <a:pt x="1046" y="0"/>
                    <a:pt x="1348" y="302"/>
                    <a:pt x="1348" y="67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5" name="Google Shape;735;p12"/>
            <p:cNvSpPr/>
            <p:nvPr/>
          </p:nvSpPr>
          <p:spPr>
            <a:xfrm>
              <a:off x="2870420" y="2290261"/>
              <a:ext cx="12123" cy="12052"/>
            </a:xfrm>
            <a:custGeom>
              <a:rect b="b" l="l" r="r" t="t"/>
              <a:pathLst>
                <a:path extrusionOk="0" h="1439" w="1448">
                  <a:moveTo>
                    <a:pt x="724" y="1439"/>
                  </a:moveTo>
                  <a:cubicBezTo>
                    <a:pt x="1124" y="1439"/>
                    <a:pt x="1449" y="1117"/>
                    <a:pt x="1449" y="720"/>
                  </a:cubicBezTo>
                  <a:cubicBezTo>
                    <a:pt x="1449" y="322"/>
                    <a:pt x="1124" y="0"/>
                    <a:pt x="724" y="0"/>
                  </a:cubicBezTo>
                  <a:cubicBezTo>
                    <a:pt x="324" y="0"/>
                    <a:pt x="0" y="322"/>
                    <a:pt x="0" y="720"/>
                  </a:cubicBezTo>
                  <a:cubicBezTo>
                    <a:pt x="0" y="1117"/>
                    <a:pt x="324" y="1439"/>
                    <a:pt x="724" y="143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6" name="Google Shape;736;p12"/>
            <p:cNvSpPr/>
            <p:nvPr/>
          </p:nvSpPr>
          <p:spPr>
            <a:xfrm>
              <a:off x="2812959" y="2116342"/>
              <a:ext cx="13752" cy="13651"/>
            </a:xfrm>
            <a:custGeom>
              <a:rect b="b" l="l" r="r" t="t"/>
              <a:pathLst>
                <a:path extrusionOk="0" h="1630" w="1642">
                  <a:moveTo>
                    <a:pt x="821" y="1631"/>
                  </a:moveTo>
                  <a:cubicBezTo>
                    <a:pt x="1275" y="1631"/>
                    <a:pt x="1642" y="1266"/>
                    <a:pt x="1642" y="815"/>
                  </a:cubicBezTo>
                  <a:cubicBezTo>
                    <a:pt x="1642" y="365"/>
                    <a:pt x="1275" y="0"/>
                    <a:pt x="821" y="0"/>
                  </a:cubicBezTo>
                  <a:cubicBezTo>
                    <a:pt x="368" y="0"/>
                    <a:pt x="0" y="365"/>
                    <a:pt x="0" y="815"/>
                  </a:cubicBezTo>
                  <a:cubicBezTo>
                    <a:pt x="0" y="1266"/>
                    <a:pt x="368" y="1631"/>
                    <a:pt x="821" y="163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7" name="Google Shape;737;p12"/>
            <p:cNvSpPr/>
            <p:nvPr/>
          </p:nvSpPr>
          <p:spPr>
            <a:xfrm>
              <a:off x="2762896" y="1940192"/>
              <a:ext cx="15305" cy="15305"/>
            </a:xfrm>
            <a:custGeom>
              <a:rect b="b" l="l" r="r" t="t"/>
              <a:pathLst>
                <a:path extrusionOk="0" h="1828" w="1828">
                  <a:moveTo>
                    <a:pt x="1829" y="914"/>
                  </a:moveTo>
                  <a:cubicBezTo>
                    <a:pt x="1829" y="1419"/>
                    <a:pt x="1419" y="1829"/>
                    <a:pt x="914" y="1829"/>
                  </a:cubicBezTo>
                  <a:cubicBezTo>
                    <a:pt x="409" y="1829"/>
                    <a:pt x="0" y="1419"/>
                    <a:pt x="0" y="914"/>
                  </a:cubicBezTo>
                  <a:cubicBezTo>
                    <a:pt x="0" y="409"/>
                    <a:pt x="409" y="0"/>
                    <a:pt x="914" y="0"/>
                  </a:cubicBezTo>
                  <a:cubicBezTo>
                    <a:pt x="1419" y="0"/>
                    <a:pt x="1829" y="409"/>
                    <a:pt x="1829" y="91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8" name="Google Shape;738;p12"/>
            <p:cNvSpPr/>
            <p:nvPr/>
          </p:nvSpPr>
          <p:spPr>
            <a:xfrm>
              <a:off x="2720193" y="1762204"/>
              <a:ext cx="16990" cy="16872"/>
            </a:xfrm>
            <a:custGeom>
              <a:rect b="b" l="l" r="r" t="t"/>
              <a:pathLst>
                <a:path extrusionOk="0" h="2014" w="2028">
                  <a:moveTo>
                    <a:pt x="1014" y="2014"/>
                  </a:moveTo>
                  <a:cubicBezTo>
                    <a:pt x="1575" y="2014"/>
                    <a:pt x="2029" y="1563"/>
                    <a:pt x="2029" y="1007"/>
                  </a:cubicBezTo>
                  <a:cubicBezTo>
                    <a:pt x="2029" y="450"/>
                    <a:pt x="1575" y="0"/>
                    <a:pt x="1014" y="0"/>
                  </a:cubicBezTo>
                  <a:cubicBezTo>
                    <a:pt x="454" y="0"/>
                    <a:pt x="0" y="450"/>
                    <a:pt x="0" y="1007"/>
                  </a:cubicBezTo>
                  <a:cubicBezTo>
                    <a:pt x="0" y="1563"/>
                    <a:pt x="454" y="2014"/>
                    <a:pt x="1014" y="201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39" name="Google Shape;739;p12"/>
            <p:cNvSpPr/>
            <p:nvPr/>
          </p:nvSpPr>
          <p:spPr>
            <a:xfrm>
              <a:off x="2685839" y="1583411"/>
              <a:ext cx="16990" cy="16872"/>
            </a:xfrm>
            <a:custGeom>
              <a:rect b="b" l="l" r="r" t="t"/>
              <a:pathLst>
                <a:path extrusionOk="0" h="2014" w="2028">
                  <a:moveTo>
                    <a:pt x="1014" y="2015"/>
                  </a:moveTo>
                  <a:cubicBezTo>
                    <a:pt x="1574" y="2015"/>
                    <a:pt x="2029" y="1564"/>
                    <a:pt x="2029" y="1008"/>
                  </a:cubicBezTo>
                  <a:cubicBezTo>
                    <a:pt x="2029" y="451"/>
                    <a:pt x="1574" y="0"/>
                    <a:pt x="1014" y="0"/>
                  </a:cubicBezTo>
                  <a:cubicBezTo>
                    <a:pt x="454" y="0"/>
                    <a:pt x="0" y="451"/>
                    <a:pt x="0" y="1008"/>
                  </a:cubicBezTo>
                  <a:cubicBezTo>
                    <a:pt x="0" y="1564"/>
                    <a:pt x="454" y="2015"/>
                    <a:pt x="1014" y="201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0" name="Google Shape;740;p12"/>
            <p:cNvSpPr/>
            <p:nvPr/>
          </p:nvSpPr>
          <p:spPr>
            <a:xfrm>
              <a:off x="2659879" y="1404143"/>
              <a:ext cx="15373" cy="15272"/>
            </a:xfrm>
            <a:custGeom>
              <a:rect b="b" l="l" r="r" t="t"/>
              <a:pathLst>
                <a:path extrusionOk="0" h="1823" w="1835">
                  <a:moveTo>
                    <a:pt x="917" y="1823"/>
                  </a:moveTo>
                  <a:cubicBezTo>
                    <a:pt x="1424" y="1823"/>
                    <a:pt x="1835" y="1414"/>
                    <a:pt x="1835" y="911"/>
                  </a:cubicBezTo>
                  <a:cubicBezTo>
                    <a:pt x="1835" y="409"/>
                    <a:pt x="1424" y="0"/>
                    <a:pt x="917" y="0"/>
                  </a:cubicBezTo>
                  <a:cubicBezTo>
                    <a:pt x="411" y="0"/>
                    <a:pt x="0" y="409"/>
                    <a:pt x="0" y="911"/>
                  </a:cubicBezTo>
                  <a:cubicBezTo>
                    <a:pt x="0" y="1414"/>
                    <a:pt x="411" y="1823"/>
                    <a:pt x="917" y="182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1" name="Google Shape;741;p12"/>
            <p:cNvSpPr/>
            <p:nvPr/>
          </p:nvSpPr>
          <p:spPr>
            <a:xfrm>
              <a:off x="2641116" y="1223522"/>
              <a:ext cx="14564" cy="14455"/>
            </a:xfrm>
            <a:custGeom>
              <a:rect b="b" l="l" r="r" t="t"/>
              <a:pathLst>
                <a:path extrusionOk="0" h="1726" w="1739">
                  <a:moveTo>
                    <a:pt x="870" y="1727"/>
                  </a:moveTo>
                  <a:cubicBezTo>
                    <a:pt x="1350" y="1727"/>
                    <a:pt x="1739" y="1340"/>
                    <a:pt x="1739" y="864"/>
                  </a:cubicBezTo>
                  <a:cubicBezTo>
                    <a:pt x="1739" y="387"/>
                    <a:pt x="1350" y="0"/>
                    <a:pt x="870" y="0"/>
                  </a:cubicBezTo>
                  <a:cubicBezTo>
                    <a:pt x="390" y="0"/>
                    <a:pt x="0" y="387"/>
                    <a:pt x="0" y="864"/>
                  </a:cubicBezTo>
                  <a:cubicBezTo>
                    <a:pt x="0" y="1340"/>
                    <a:pt x="390" y="1727"/>
                    <a:pt x="870" y="172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2" name="Google Shape;742;p12"/>
            <p:cNvSpPr/>
            <p:nvPr/>
          </p:nvSpPr>
          <p:spPr>
            <a:xfrm>
              <a:off x="2630417" y="1042662"/>
              <a:ext cx="12939" cy="12856"/>
            </a:xfrm>
            <a:custGeom>
              <a:rect b="b" l="l" r="r" t="t"/>
              <a:pathLst>
                <a:path extrusionOk="0" h="1535" w="1545">
                  <a:moveTo>
                    <a:pt x="772" y="1535"/>
                  </a:moveTo>
                  <a:cubicBezTo>
                    <a:pt x="1200" y="1535"/>
                    <a:pt x="1546" y="1192"/>
                    <a:pt x="1546" y="768"/>
                  </a:cubicBezTo>
                  <a:cubicBezTo>
                    <a:pt x="1546" y="344"/>
                    <a:pt x="1200" y="0"/>
                    <a:pt x="772" y="0"/>
                  </a:cubicBezTo>
                  <a:cubicBezTo>
                    <a:pt x="346" y="0"/>
                    <a:pt x="0" y="344"/>
                    <a:pt x="0" y="768"/>
                  </a:cubicBezTo>
                  <a:cubicBezTo>
                    <a:pt x="0" y="1192"/>
                    <a:pt x="346" y="1535"/>
                    <a:pt x="772" y="153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3" name="Google Shape;743;p12"/>
            <p:cNvSpPr/>
            <p:nvPr/>
          </p:nvSpPr>
          <p:spPr>
            <a:xfrm>
              <a:off x="2626577" y="860679"/>
              <a:ext cx="12939" cy="12847"/>
            </a:xfrm>
            <a:custGeom>
              <a:rect b="b" l="l" r="r" t="t"/>
              <a:pathLst>
                <a:path extrusionOk="0" h="1534" w="1545">
                  <a:moveTo>
                    <a:pt x="772" y="1534"/>
                  </a:moveTo>
                  <a:cubicBezTo>
                    <a:pt x="1199" y="1534"/>
                    <a:pt x="1546" y="1191"/>
                    <a:pt x="1546" y="768"/>
                  </a:cubicBezTo>
                  <a:cubicBezTo>
                    <a:pt x="1546" y="344"/>
                    <a:pt x="1199" y="0"/>
                    <a:pt x="772" y="0"/>
                  </a:cubicBezTo>
                  <a:cubicBezTo>
                    <a:pt x="346" y="0"/>
                    <a:pt x="0" y="344"/>
                    <a:pt x="0" y="768"/>
                  </a:cubicBezTo>
                  <a:cubicBezTo>
                    <a:pt x="0" y="1191"/>
                    <a:pt x="346" y="1534"/>
                    <a:pt x="772" y="15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4" name="Google Shape;744;p12"/>
            <p:cNvSpPr/>
            <p:nvPr/>
          </p:nvSpPr>
          <p:spPr>
            <a:xfrm>
              <a:off x="2630033" y="678265"/>
              <a:ext cx="13697" cy="13697"/>
            </a:xfrm>
            <a:custGeom>
              <a:rect b="b" l="l" r="r" t="t"/>
              <a:pathLst>
                <a:path extrusionOk="0" h="1636" w="1636">
                  <a:moveTo>
                    <a:pt x="1636" y="818"/>
                  </a:moveTo>
                  <a:cubicBezTo>
                    <a:pt x="1636" y="1270"/>
                    <a:pt x="1270" y="1636"/>
                    <a:pt x="818" y="1636"/>
                  </a:cubicBezTo>
                  <a:cubicBezTo>
                    <a:pt x="366" y="1636"/>
                    <a:pt x="0" y="1270"/>
                    <a:pt x="0" y="818"/>
                  </a:cubicBezTo>
                  <a:cubicBezTo>
                    <a:pt x="0" y="366"/>
                    <a:pt x="366" y="0"/>
                    <a:pt x="818" y="0"/>
                  </a:cubicBezTo>
                  <a:cubicBezTo>
                    <a:pt x="1270" y="0"/>
                    <a:pt x="1636" y="366"/>
                    <a:pt x="1636" y="8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5" name="Google Shape;745;p12"/>
            <p:cNvSpPr/>
            <p:nvPr/>
          </p:nvSpPr>
          <p:spPr>
            <a:xfrm>
              <a:off x="2640302" y="495421"/>
              <a:ext cx="16177" cy="16076"/>
            </a:xfrm>
            <a:custGeom>
              <a:rect b="b" l="l" r="r" t="t"/>
              <a:pathLst>
                <a:path extrusionOk="0" h="1919" w="1931">
                  <a:moveTo>
                    <a:pt x="966" y="1919"/>
                  </a:moveTo>
                  <a:cubicBezTo>
                    <a:pt x="1499" y="1919"/>
                    <a:pt x="1932" y="1490"/>
                    <a:pt x="1932" y="960"/>
                  </a:cubicBezTo>
                  <a:cubicBezTo>
                    <a:pt x="1932" y="430"/>
                    <a:pt x="1499" y="0"/>
                    <a:pt x="966" y="0"/>
                  </a:cubicBezTo>
                  <a:cubicBezTo>
                    <a:pt x="432" y="0"/>
                    <a:pt x="0" y="430"/>
                    <a:pt x="0" y="960"/>
                  </a:cubicBezTo>
                  <a:cubicBezTo>
                    <a:pt x="0" y="1490"/>
                    <a:pt x="432" y="1919"/>
                    <a:pt x="966" y="191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6" name="Google Shape;746;p12"/>
            <p:cNvSpPr/>
            <p:nvPr/>
          </p:nvSpPr>
          <p:spPr>
            <a:xfrm>
              <a:off x="2657849" y="312797"/>
              <a:ext cx="19413" cy="19273"/>
            </a:xfrm>
            <a:custGeom>
              <a:rect b="b" l="l" r="r" t="t"/>
              <a:pathLst>
                <a:path extrusionOk="0" h="2302" w="2318">
                  <a:moveTo>
                    <a:pt x="1159" y="2302"/>
                  </a:moveTo>
                  <a:cubicBezTo>
                    <a:pt x="1799" y="2302"/>
                    <a:pt x="2318" y="1787"/>
                    <a:pt x="2318" y="1152"/>
                  </a:cubicBezTo>
                  <a:cubicBezTo>
                    <a:pt x="2318" y="516"/>
                    <a:pt x="1799" y="0"/>
                    <a:pt x="1159" y="0"/>
                  </a:cubicBezTo>
                  <a:cubicBezTo>
                    <a:pt x="519" y="0"/>
                    <a:pt x="0" y="516"/>
                    <a:pt x="0" y="1152"/>
                  </a:cubicBezTo>
                  <a:cubicBezTo>
                    <a:pt x="0" y="1787"/>
                    <a:pt x="519" y="2302"/>
                    <a:pt x="1159" y="230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7" name="Google Shape;747;p12"/>
            <p:cNvSpPr/>
            <p:nvPr/>
          </p:nvSpPr>
          <p:spPr>
            <a:xfrm>
              <a:off x="2683416" y="131527"/>
              <a:ext cx="21834" cy="21683"/>
            </a:xfrm>
            <a:custGeom>
              <a:rect b="b" l="l" r="r" t="t"/>
              <a:pathLst>
                <a:path extrusionOk="0" h="2589" w="2607">
                  <a:moveTo>
                    <a:pt x="1304" y="2590"/>
                  </a:moveTo>
                  <a:cubicBezTo>
                    <a:pt x="2024" y="2590"/>
                    <a:pt x="2608" y="2010"/>
                    <a:pt x="2608" y="1294"/>
                  </a:cubicBezTo>
                  <a:cubicBezTo>
                    <a:pt x="2608" y="579"/>
                    <a:pt x="2024" y="0"/>
                    <a:pt x="1304" y="0"/>
                  </a:cubicBezTo>
                  <a:cubicBezTo>
                    <a:pt x="584" y="0"/>
                    <a:pt x="0" y="579"/>
                    <a:pt x="0" y="1294"/>
                  </a:cubicBezTo>
                  <a:cubicBezTo>
                    <a:pt x="0" y="2010"/>
                    <a:pt x="584" y="2590"/>
                    <a:pt x="1304" y="25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8" name="Google Shape;748;p12"/>
            <p:cNvSpPr/>
            <p:nvPr/>
          </p:nvSpPr>
          <p:spPr>
            <a:xfrm>
              <a:off x="6960476" y="5354287"/>
              <a:ext cx="6464" cy="6455"/>
            </a:xfrm>
            <a:custGeom>
              <a:rect b="b" l="l" r="r" t="t"/>
              <a:pathLst>
                <a:path extrusionOk="0" h="771" w="772">
                  <a:moveTo>
                    <a:pt x="387" y="771"/>
                  </a:moveTo>
                  <a:cubicBezTo>
                    <a:pt x="600" y="771"/>
                    <a:pt x="772" y="600"/>
                    <a:pt x="772" y="381"/>
                  </a:cubicBezTo>
                  <a:cubicBezTo>
                    <a:pt x="772" y="171"/>
                    <a:pt x="600" y="0"/>
                    <a:pt x="387" y="0"/>
                  </a:cubicBezTo>
                  <a:cubicBezTo>
                    <a:pt x="173" y="0"/>
                    <a:pt x="0" y="171"/>
                    <a:pt x="0" y="381"/>
                  </a:cubicBezTo>
                  <a:cubicBezTo>
                    <a:pt x="0" y="600"/>
                    <a:pt x="173" y="771"/>
                    <a:pt x="387" y="77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49" name="Google Shape;749;p12"/>
            <p:cNvSpPr/>
            <p:nvPr/>
          </p:nvSpPr>
          <p:spPr>
            <a:xfrm>
              <a:off x="6775630" y="5347191"/>
              <a:ext cx="9710" cy="9573"/>
            </a:xfrm>
            <a:custGeom>
              <a:rect b="b" l="l" r="r" t="t"/>
              <a:pathLst>
                <a:path extrusionOk="0" h="1143" w="1159">
                  <a:moveTo>
                    <a:pt x="580" y="1143"/>
                  </a:moveTo>
                  <a:cubicBezTo>
                    <a:pt x="900" y="1143"/>
                    <a:pt x="1159" y="886"/>
                    <a:pt x="1159" y="571"/>
                  </a:cubicBezTo>
                  <a:cubicBezTo>
                    <a:pt x="1159" y="257"/>
                    <a:pt x="900" y="0"/>
                    <a:pt x="580" y="0"/>
                  </a:cubicBezTo>
                  <a:cubicBezTo>
                    <a:pt x="259" y="0"/>
                    <a:pt x="0" y="257"/>
                    <a:pt x="0" y="571"/>
                  </a:cubicBezTo>
                  <a:cubicBezTo>
                    <a:pt x="0" y="886"/>
                    <a:pt x="259" y="1143"/>
                    <a:pt x="580" y="114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0" name="Google Shape;750;p12"/>
            <p:cNvSpPr/>
            <p:nvPr/>
          </p:nvSpPr>
          <p:spPr>
            <a:xfrm>
              <a:off x="6590355" y="5331875"/>
              <a:ext cx="14556" cy="14439"/>
            </a:xfrm>
            <a:custGeom>
              <a:rect b="b" l="l" r="r" t="t"/>
              <a:pathLst>
                <a:path extrusionOk="0" h="1724" w="1738">
                  <a:moveTo>
                    <a:pt x="869" y="1724"/>
                  </a:moveTo>
                  <a:cubicBezTo>
                    <a:pt x="1350" y="1724"/>
                    <a:pt x="1738" y="1333"/>
                    <a:pt x="1738" y="857"/>
                  </a:cubicBezTo>
                  <a:cubicBezTo>
                    <a:pt x="1738" y="381"/>
                    <a:pt x="1350" y="0"/>
                    <a:pt x="869" y="0"/>
                  </a:cubicBezTo>
                  <a:cubicBezTo>
                    <a:pt x="389" y="0"/>
                    <a:pt x="0" y="381"/>
                    <a:pt x="0" y="857"/>
                  </a:cubicBezTo>
                  <a:cubicBezTo>
                    <a:pt x="0" y="1333"/>
                    <a:pt x="389" y="1724"/>
                    <a:pt x="869" y="172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1" name="Google Shape;751;p12"/>
            <p:cNvSpPr/>
            <p:nvPr/>
          </p:nvSpPr>
          <p:spPr>
            <a:xfrm>
              <a:off x="6406158" y="5309619"/>
              <a:ext cx="18609" cy="18425"/>
            </a:xfrm>
            <a:custGeom>
              <a:rect b="b" l="l" r="r" t="t"/>
              <a:pathLst>
                <a:path extrusionOk="0" h="2200" w="2222">
                  <a:moveTo>
                    <a:pt x="1111" y="2200"/>
                  </a:moveTo>
                  <a:cubicBezTo>
                    <a:pt x="1724" y="2200"/>
                    <a:pt x="2222" y="1705"/>
                    <a:pt x="2222" y="1095"/>
                  </a:cubicBezTo>
                  <a:cubicBezTo>
                    <a:pt x="2222" y="486"/>
                    <a:pt x="1724" y="0"/>
                    <a:pt x="1111" y="0"/>
                  </a:cubicBezTo>
                  <a:cubicBezTo>
                    <a:pt x="497" y="0"/>
                    <a:pt x="0" y="486"/>
                    <a:pt x="0" y="1095"/>
                  </a:cubicBezTo>
                  <a:cubicBezTo>
                    <a:pt x="0" y="1705"/>
                    <a:pt x="497" y="2200"/>
                    <a:pt x="1111" y="22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2" name="Google Shape;752;p12"/>
            <p:cNvSpPr/>
            <p:nvPr/>
          </p:nvSpPr>
          <p:spPr>
            <a:xfrm>
              <a:off x="6223744" y="5280824"/>
              <a:ext cx="21030" cy="20896"/>
            </a:xfrm>
            <a:custGeom>
              <a:rect b="b" l="l" r="r" t="t"/>
              <a:pathLst>
                <a:path extrusionOk="0" h="2495" w="2511">
                  <a:moveTo>
                    <a:pt x="1255" y="2496"/>
                  </a:moveTo>
                  <a:cubicBezTo>
                    <a:pt x="1950" y="2496"/>
                    <a:pt x="2512" y="1934"/>
                    <a:pt x="2512" y="1248"/>
                  </a:cubicBezTo>
                  <a:cubicBezTo>
                    <a:pt x="2512" y="562"/>
                    <a:pt x="1950" y="0"/>
                    <a:pt x="1255" y="0"/>
                  </a:cubicBezTo>
                  <a:cubicBezTo>
                    <a:pt x="562" y="0"/>
                    <a:pt x="0" y="562"/>
                    <a:pt x="0" y="1248"/>
                  </a:cubicBezTo>
                  <a:cubicBezTo>
                    <a:pt x="0" y="1934"/>
                    <a:pt x="562" y="2496"/>
                    <a:pt x="1255" y="24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3" name="Google Shape;753;p12"/>
            <p:cNvSpPr/>
            <p:nvPr/>
          </p:nvSpPr>
          <p:spPr>
            <a:xfrm>
              <a:off x="6044238" y="5246360"/>
              <a:ext cx="20217" cy="20100"/>
            </a:xfrm>
            <a:custGeom>
              <a:rect b="b" l="l" r="r" t="t"/>
              <a:pathLst>
                <a:path extrusionOk="0" h="2400" w="2414">
                  <a:moveTo>
                    <a:pt x="1207" y="2400"/>
                  </a:moveTo>
                  <a:cubicBezTo>
                    <a:pt x="1874" y="2400"/>
                    <a:pt x="2415" y="1867"/>
                    <a:pt x="2415" y="1200"/>
                  </a:cubicBezTo>
                  <a:cubicBezTo>
                    <a:pt x="2415" y="543"/>
                    <a:pt x="1874" y="0"/>
                    <a:pt x="1207" y="0"/>
                  </a:cubicBezTo>
                  <a:cubicBezTo>
                    <a:pt x="540" y="0"/>
                    <a:pt x="0" y="543"/>
                    <a:pt x="0" y="1200"/>
                  </a:cubicBezTo>
                  <a:cubicBezTo>
                    <a:pt x="0" y="1867"/>
                    <a:pt x="540" y="2400"/>
                    <a:pt x="1207" y="24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4" name="Google Shape;754;p12"/>
            <p:cNvSpPr/>
            <p:nvPr/>
          </p:nvSpPr>
          <p:spPr>
            <a:xfrm>
              <a:off x="5867092" y="5205596"/>
              <a:ext cx="17792" cy="17629"/>
            </a:xfrm>
            <a:custGeom>
              <a:rect b="b" l="l" r="r" t="t"/>
              <a:pathLst>
                <a:path extrusionOk="0" h="2105" w="2125">
                  <a:moveTo>
                    <a:pt x="1063" y="2105"/>
                  </a:moveTo>
                  <a:cubicBezTo>
                    <a:pt x="1650" y="2105"/>
                    <a:pt x="2125" y="1629"/>
                    <a:pt x="2125" y="1048"/>
                  </a:cubicBezTo>
                  <a:cubicBezTo>
                    <a:pt x="2125" y="467"/>
                    <a:pt x="1650" y="0"/>
                    <a:pt x="1063" y="0"/>
                  </a:cubicBezTo>
                  <a:cubicBezTo>
                    <a:pt x="476" y="0"/>
                    <a:pt x="0" y="467"/>
                    <a:pt x="0" y="1048"/>
                  </a:cubicBezTo>
                  <a:cubicBezTo>
                    <a:pt x="0" y="1629"/>
                    <a:pt x="476" y="2105"/>
                    <a:pt x="1063" y="210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5" name="Google Shape;755;p12"/>
            <p:cNvSpPr/>
            <p:nvPr/>
          </p:nvSpPr>
          <p:spPr>
            <a:xfrm>
              <a:off x="5692633" y="5158368"/>
              <a:ext cx="13752" cy="13635"/>
            </a:xfrm>
            <a:custGeom>
              <a:rect b="b" l="l" r="r" t="t"/>
              <a:pathLst>
                <a:path extrusionOk="0" h="1628" w="1642">
                  <a:moveTo>
                    <a:pt x="821" y="1629"/>
                  </a:moveTo>
                  <a:cubicBezTo>
                    <a:pt x="1274" y="1629"/>
                    <a:pt x="1642" y="1267"/>
                    <a:pt x="1642" y="819"/>
                  </a:cubicBezTo>
                  <a:cubicBezTo>
                    <a:pt x="1642" y="362"/>
                    <a:pt x="1274" y="0"/>
                    <a:pt x="821" y="0"/>
                  </a:cubicBezTo>
                  <a:cubicBezTo>
                    <a:pt x="368" y="0"/>
                    <a:pt x="0" y="362"/>
                    <a:pt x="0" y="819"/>
                  </a:cubicBezTo>
                  <a:cubicBezTo>
                    <a:pt x="0" y="1267"/>
                    <a:pt x="368" y="1629"/>
                    <a:pt x="821" y="162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6" name="Google Shape;756;p12"/>
            <p:cNvSpPr/>
            <p:nvPr/>
          </p:nvSpPr>
          <p:spPr>
            <a:xfrm>
              <a:off x="5520315" y="5104125"/>
              <a:ext cx="9710" cy="9645"/>
            </a:xfrm>
            <a:custGeom>
              <a:rect b="b" l="l" r="r" t="t"/>
              <a:pathLst>
                <a:path extrusionOk="0" h="1152" w="1159">
                  <a:moveTo>
                    <a:pt x="580" y="1152"/>
                  </a:moveTo>
                  <a:cubicBezTo>
                    <a:pt x="900" y="1152"/>
                    <a:pt x="1159" y="895"/>
                    <a:pt x="1159" y="581"/>
                  </a:cubicBezTo>
                  <a:cubicBezTo>
                    <a:pt x="1159" y="257"/>
                    <a:pt x="900" y="0"/>
                    <a:pt x="580" y="0"/>
                  </a:cubicBezTo>
                  <a:cubicBezTo>
                    <a:pt x="260" y="0"/>
                    <a:pt x="0" y="257"/>
                    <a:pt x="0" y="581"/>
                  </a:cubicBezTo>
                  <a:cubicBezTo>
                    <a:pt x="0" y="895"/>
                    <a:pt x="260" y="1152"/>
                    <a:pt x="580" y="115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7" name="Google Shape;757;p12"/>
            <p:cNvSpPr/>
            <p:nvPr/>
          </p:nvSpPr>
          <p:spPr>
            <a:xfrm>
              <a:off x="5350035" y="5042541"/>
              <a:ext cx="6464" cy="6382"/>
            </a:xfrm>
            <a:custGeom>
              <a:rect b="b" l="l" r="r" t="t"/>
              <a:pathLst>
                <a:path extrusionOk="0" h="762" w="772">
                  <a:moveTo>
                    <a:pt x="386" y="762"/>
                  </a:moveTo>
                  <a:cubicBezTo>
                    <a:pt x="599" y="762"/>
                    <a:pt x="772" y="591"/>
                    <a:pt x="772" y="381"/>
                  </a:cubicBezTo>
                  <a:cubicBezTo>
                    <a:pt x="772" y="171"/>
                    <a:pt x="599" y="0"/>
                    <a:pt x="386" y="0"/>
                  </a:cubicBezTo>
                  <a:cubicBezTo>
                    <a:pt x="172" y="0"/>
                    <a:pt x="0" y="171"/>
                    <a:pt x="0" y="381"/>
                  </a:cubicBezTo>
                  <a:cubicBezTo>
                    <a:pt x="0" y="591"/>
                    <a:pt x="172" y="762"/>
                    <a:pt x="386" y="7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8" name="Google Shape;758;p12"/>
            <p:cNvSpPr/>
            <p:nvPr/>
          </p:nvSpPr>
          <p:spPr>
            <a:xfrm>
              <a:off x="5182480" y="4974015"/>
              <a:ext cx="3236" cy="3264"/>
            </a:xfrm>
            <a:custGeom>
              <a:rect b="b" l="l" r="r" t="t"/>
              <a:pathLst>
                <a:path extrusionOk="0" h="390" w="386">
                  <a:moveTo>
                    <a:pt x="193" y="391"/>
                  </a:moveTo>
                  <a:cubicBezTo>
                    <a:pt x="300" y="391"/>
                    <a:pt x="387" y="305"/>
                    <a:pt x="387" y="200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200"/>
                  </a:cubicBezTo>
                  <a:cubicBezTo>
                    <a:pt x="0" y="305"/>
                    <a:pt x="87" y="391"/>
                    <a:pt x="193" y="3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59" name="Google Shape;759;p12"/>
            <p:cNvSpPr/>
            <p:nvPr/>
          </p:nvSpPr>
          <p:spPr>
            <a:xfrm>
              <a:off x="5016700" y="4897590"/>
              <a:ext cx="2432" cy="2386"/>
            </a:xfrm>
            <a:custGeom>
              <a:rect b="b" l="l" r="r" t="t"/>
              <a:pathLst>
                <a:path extrusionOk="0" h="285" w="290">
                  <a:moveTo>
                    <a:pt x="146" y="286"/>
                  </a:moveTo>
                  <a:cubicBezTo>
                    <a:pt x="226" y="286"/>
                    <a:pt x="290" y="229"/>
                    <a:pt x="290" y="143"/>
                  </a:cubicBezTo>
                  <a:cubicBezTo>
                    <a:pt x="290" y="67"/>
                    <a:pt x="226" y="0"/>
                    <a:pt x="146" y="0"/>
                  </a:cubicBezTo>
                  <a:cubicBezTo>
                    <a:pt x="66" y="0"/>
                    <a:pt x="0" y="67"/>
                    <a:pt x="0" y="143"/>
                  </a:cubicBezTo>
                  <a:cubicBezTo>
                    <a:pt x="0" y="229"/>
                    <a:pt x="66" y="286"/>
                    <a:pt x="146" y="2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0" name="Google Shape;760;p12"/>
            <p:cNvSpPr/>
            <p:nvPr/>
          </p:nvSpPr>
          <p:spPr>
            <a:xfrm>
              <a:off x="4853790" y="4814151"/>
              <a:ext cx="2432" cy="2386"/>
            </a:xfrm>
            <a:custGeom>
              <a:rect b="b" l="l" r="r" t="t"/>
              <a:pathLst>
                <a:path extrusionOk="0" h="285" w="290">
                  <a:moveTo>
                    <a:pt x="145" y="286"/>
                  </a:moveTo>
                  <a:cubicBezTo>
                    <a:pt x="225" y="286"/>
                    <a:pt x="291" y="229"/>
                    <a:pt x="291" y="143"/>
                  </a:cubicBezTo>
                  <a:cubicBezTo>
                    <a:pt x="291" y="67"/>
                    <a:pt x="225" y="0"/>
                    <a:pt x="145" y="0"/>
                  </a:cubicBezTo>
                  <a:cubicBezTo>
                    <a:pt x="65" y="0"/>
                    <a:pt x="0" y="67"/>
                    <a:pt x="0" y="143"/>
                  </a:cubicBezTo>
                  <a:cubicBezTo>
                    <a:pt x="0" y="229"/>
                    <a:pt x="65" y="286"/>
                    <a:pt x="145" y="2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1" name="Google Shape;761;p12"/>
            <p:cNvSpPr/>
            <p:nvPr/>
          </p:nvSpPr>
          <p:spPr>
            <a:xfrm>
              <a:off x="4694429" y="4724247"/>
              <a:ext cx="2423" cy="2386"/>
            </a:xfrm>
            <a:custGeom>
              <a:rect b="b" l="l" r="r" t="t"/>
              <a:pathLst>
                <a:path extrusionOk="0" h="285" w="289">
                  <a:moveTo>
                    <a:pt x="145" y="286"/>
                  </a:moveTo>
                  <a:cubicBezTo>
                    <a:pt x="225" y="286"/>
                    <a:pt x="290" y="219"/>
                    <a:pt x="290" y="143"/>
                  </a:cubicBezTo>
                  <a:cubicBezTo>
                    <a:pt x="290" y="57"/>
                    <a:pt x="225" y="0"/>
                    <a:pt x="145" y="0"/>
                  </a:cubicBezTo>
                  <a:cubicBezTo>
                    <a:pt x="65" y="0"/>
                    <a:pt x="0" y="57"/>
                    <a:pt x="0" y="143"/>
                  </a:cubicBezTo>
                  <a:cubicBezTo>
                    <a:pt x="0" y="219"/>
                    <a:pt x="65" y="286"/>
                    <a:pt x="145" y="2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2" name="Google Shape;762;p12"/>
            <p:cNvSpPr/>
            <p:nvPr/>
          </p:nvSpPr>
          <p:spPr>
            <a:xfrm>
              <a:off x="4538450" y="4627558"/>
              <a:ext cx="3236" cy="3182"/>
            </a:xfrm>
            <a:custGeom>
              <a:rect b="b" l="l" r="r" t="t"/>
              <a:pathLst>
                <a:path extrusionOk="0" h="380" w="386">
                  <a:moveTo>
                    <a:pt x="193" y="381"/>
                  </a:moveTo>
                  <a:cubicBezTo>
                    <a:pt x="300" y="381"/>
                    <a:pt x="387" y="295"/>
                    <a:pt x="387" y="190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0"/>
                  </a:cubicBezTo>
                  <a:cubicBezTo>
                    <a:pt x="0" y="295"/>
                    <a:pt x="87" y="381"/>
                    <a:pt x="193" y="3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3" name="Google Shape;763;p12"/>
            <p:cNvSpPr/>
            <p:nvPr/>
          </p:nvSpPr>
          <p:spPr>
            <a:xfrm>
              <a:off x="4386550" y="4524634"/>
              <a:ext cx="4032" cy="4032"/>
            </a:xfrm>
            <a:custGeom>
              <a:rect b="b" l="l" r="r" t="t"/>
              <a:pathLst>
                <a:path extrusionOk="0" h="481" w="481">
                  <a:moveTo>
                    <a:pt x="482" y="241"/>
                  </a:moveTo>
                  <a:cubicBezTo>
                    <a:pt x="482" y="374"/>
                    <a:pt x="374" y="482"/>
                    <a:pt x="241" y="482"/>
                  </a:cubicBezTo>
                  <a:cubicBezTo>
                    <a:pt x="108" y="482"/>
                    <a:pt x="0" y="374"/>
                    <a:pt x="0" y="241"/>
                  </a:cubicBezTo>
                  <a:cubicBezTo>
                    <a:pt x="0" y="108"/>
                    <a:pt x="108" y="0"/>
                    <a:pt x="241" y="0"/>
                  </a:cubicBezTo>
                  <a:cubicBezTo>
                    <a:pt x="374" y="0"/>
                    <a:pt x="482" y="108"/>
                    <a:pt x="482" y="2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4" name="Google Shape;764;p12"/>
            <p:cNvSpPr/>
            <p:nvPr/>
          </p:nvSpPr>
          <p:spPr>
            <a:xfrm>
              <a:off x="4238938" y="4415765"/>
              <a:ext cx="4855" cy="4864"/>
            </a:xfrm>
            <a:custGeom>
              <a:rect b="b" l="l" r="r" t="t"/>
              <a:pathLst>
                <a:path extrusionOk="0" h="581" w="580">
                  <a:moveTo>
                    <a:pt x="291" y="581"/>
                  </a:moveTo>
                  <a:cubicBezTo>
                    <a:pt x="451" y="581"/>
                    <a:pt x="580" y="448"/>
                    <a:pt x="580" y="286"/>
                  </a:cubicBezTo>
                  <a:cubicBezTo>
                    <a:pt x="580" y="133"/>
                    <a:pt x="451" y="0"/>
                    <a:pt x="291" y="0"/>
                  </a:cubicBezTo>
                  <a:cubicBezTo>
                    <a:pt x="130" y="0"/>
                    <a:pt x="0" y="133"/>
                    <a:pt x="0" y="286"/>
                  </a:cubicBezTo>
                  <a:cubicBezTo>
                    <a:pt x="0" y="448"/>
                    <a:pt x="130" y="581"/>
                    <a:pt x="291" y="5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5" name="Google Shape;765;p12"/>
            <p:cNvSpPr/>
            <p:nvPr/>
          </p:nvSpPr>
          <p:spPr>
            <a:xfrm>
              <a:off x="4096704" y="4301849"/>
              <a:ext cx="4032" cy="4059"/>
            </a:xfrm>
            <a:custGeom>
              <a:rect b="b" l="l" r="r" t="t"/>
              <a:pathLst>
                <a:path extrusionOk="0" h="485" w="482">
                  <a:moveTo>
                    <a:pt x="241" y="486"/>
                  </a:moveTo>
                  <a:cubicBezTo>
                    <a:pt x="374" y="486"/>
                    <a:pt x="483" y="371"/>
                    <a:pt x="483" y="248"/>
                  </a:cubicBezTo>
                  <a:cubicBezTo>
                    <a:pt x="483" y="114"/>
                    <a:pt x="374" y="0"/>
                    <a:pt x="241" y="0"/>
                  </a:cubicBezTo>
                  <a:cubicBezTo>
                    <a:pt x="108" y="0"/>
                    <a:pt x="0" y="114"/>
                    <a:pt x="0" y="248"/>
                  </a:cubicBezTo>
                  <a:cubicBezTo>
                    <a:pt x="0" y="371"/>
                    <a:pt x="108" y="486"/>
                    <a:pt x="241" y="4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6" name="Google Shape;766;p12"/>
            <p:cNvSpPr/>
            <p:nvPr/>
          </p:nvSpPr>
          <p:spPr>
            <a:xfrm>
              <a:off x="3958830" y="4181944"/>
              <a:ext cx="4032" cy="3986"/>
            </a:xfrm>
            <a:custGeom>
              <a:rect b="b" l="l" r="r" t="t"/>
              <a:pathLst>
                <a:path extrusionOk="0" h="476" w="482">
                  <a:moveTo>
                    <a:pt x="241" y="476"/>
                  </a:moveTo>
                  <a:cubicBezTo>
                    <a:pt x="374" y="476"/>
                    <a:pt x="483" y="371"/>
                    <a:pt x="483" y="238"/>
                  </a:cubicBezTo>
                  <a:cubicBezTo>
                    <a:pt x="483" y="105"/>
                    <a:pt x="374" y="0"/>
                    <a:pt x="241" y="0"/>
                  </a:cubicBezTo>
                  <a:cubicBezTo>
                    <a:pt x="108" y="0"/>
                    <a:pt x="0" y="105"/>
                    <a:pt x="0" y="238"/>
                  </a:cubicBezTo>
                  <a:cubicBezTo>
                    <a:pt x="0" y="371"/>
                    <a:pt x="108" y="476"/>
                    <a:pt x="241" y="47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7" name="Google Shape;767;p12"/>
            <p:cNvSpPr/>
            <p:nvPr/>
          </p:nvSpPr>
          <p:spPr>
            <a:xfrm>
              <a:off x="3825968" y="4056507"/>
              <a:ext cx="4032" cy="4032"/>
            </a:xfrm>
            <a:custGeom>
              <a:rect b="b" l="l" r="r" t="t"/>
              <a:pathLst>
                <a:path extrusionOk="0" h="481" w="482">
                  <a:moveTo>
                    <a:pt x="242" y="481"/>
                  </a:moveTo>
                  <a:cubicBezTo>
                    <a:pt x="375" y="481"/>
                    <a:pt x="483" y="376"/>
                    <a:pt x="483" y="243"/>
                  </a:cubicBezTo>
                  <a:cubicBezTo>
                    <a:pt x="483" y="108"/>
                    <a:pt x="375" y="0"/>
                    <a:pt x="242" y="0"/>
                  </a:cubicBezTo>
                  <a:cubicBezTo>
                    <a:pt x="109" y="0"/>
                    <a:pt x="0" y="108"/>
                    <a:pt x="0" y="243"/>
                  </a:cubicBezTo>
                  <a:cubicBezTo>
                    <a:pt x="0" y="376"/>
                    <a:pt x="109" y="481"/>
                    <a:pt x="242" y="4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8" name="Google Shape;768;p12"/>
            <p:cNvSpPr/>
            <p:nvPr/>
          </p:nvSpPr>
          <p:spPr>
            <a:xfrm>
              <a:off x="3698336" y="3925848"/>
              <a:ext cx="4032" cy="4032"/>
            </a:xfrm>
            <a:custGeom>
              <a:rect b="b" l="l" r="r" t="t"/>
              <a:pathLst>
                <a:path extrusionOk="0" h="481" w="481">
                  <a:moveTo>
                    <a:pt x="482" y="241"/>
                  </a:moveTo>
                  <a:cubicBezTo>
                    <a:pt x="482" y="374"/>
                    <a:pt x="374" y="482"/>
                    <a:pt x="241" y="482"/>
                  </a:cubicBezTo>
                  <a:cubicBezTo>
                    <a:pt x="108" y="482"/>
                    <a:pt x="0" y="374"/>
                    <a:pt x="0" y="241"/>
                  </a:cubicBezTo>
                  <a:cubicBezTo>
                    <a:pt x="0" y="108"/>
                    <a:pt x="108" y="0"/>
                    <a:pt x="241" y="0"/>
                  </a:cubicBezTo>
                  <a:cubicBezTo>
                    <a:pt x="374" y="0"/>
                    <a:pt x="482" y="108"/>
                    <a:pt x="482" y="2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69" name="Google Shape;769;p12"/>
            <p:cNvSpPr/>
            <p:nvPr/>
          </p:nvSpPr>
          <p:spPr>
            <a:xfrm>
              <a:off x="3576538" y="3790572"/>
              <a:ext cx="3236" cy="3209"/>
            </a:xfrm>
            <a:custGeom>
              <a:rect b="b" l="l" r="r" t="t"/>
              <a:pathLst>
                <a:path extrusionOk="0" h="383" w="386">
                  <a:moveTo>
                    <a:pt x="193" y="384"/>
                  </a:moveTo>
                  <a:cubicBezTo>
                    <a:pt x="300" y="384"/>
                    <a:pt x="387" y="298"/>
                    <a:pt x="387" y="192"/>
                  </a:cubicBezTo>
                  <a:cubicBezTo>
                    <a:pt x="387" y="87"/>
                    <a:pt x="300" y="0"/>
                    <a:pt x="193" y="0"/>
                  </a:cubicBezTo>
                  <a:cubicBezTo>
                    <a:pt x="87" y="0"/>
                    <a:pt x="0" y="87"/>
                    <a:pt x="0" y="192"/>
                  </a:cubicBezTo>
                  <a:cubicBezTo>
                    <a:pt x="0" y="298"/>
                    <a:pt x="87" y="384"/>
                    <a:pt x="193" y="3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0" name="Google Shape;770;p12"/>
            <p:cNvSpPr/>
            <p:nvPr/>
          </p:nvSpPr>
          <p:spPr>
            <a:xfrm>
              <a:off x="3459568" y="3649681"/>
              <a:ext cx="4032" cy="4024"/>
            </a:xfrm>
            <a:custGeom>
              <a:rect b="b" l="l" r="r" t="t"/>
              <a:pathLst>
                <a:path extrusionOk="0" h="480" w="482">
                  <a:moveTo>
                    <a:pt x="242" y="480"/>
                  </a:moveTo>
                  <a:cubicBezTo>
                    <a:pt x="375" y="480"/>
                    <a:pt x="483" y="372"/>
                    <a:pt x="483" y="240"/>
                  </a:cubicBezTo>
                  <a:cubicBezTo>
                    <a:pt x="483" y="108"/>
                    <a:pt x="375" y="0"/>
                    <a:pt x="242" y="0"/>
                  </a:cubicBezTo>
                  <a:cubicBezTo>
                    <a:pt x="109" y="0"/>
                    <a:pt x="0" y="108"/>
                    <a:pt x="0" y="240"/>
                  </a:cubicBezTo>
                  <a:cubicBezTo>
                    <a:pt x="0" y="372"/>
                    <a:pt x="109" y="480"/>
                    <a:pt x="242" y="4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1" name="Google Shape;771;p12"/>
            <p:cNvSpPr/>
            <p:nvPr/>
          </p:nvSpPr>
          <p:spPr>
            <a:xfrm>
              <a:off x="3348852" y="3504620"/>
              <a:ext cx="4032" cy="4032"/>
            </a:xfrm>
            <a:custGeom>
              <a:rect b="b" l="l" r="r" t="t"/>
              <a:pathLst>
                <a:path extrusionOk="0" h="481" w="481">
                  <a:moveTo>
                    <a:pt x="482" y="241"/>
                  </a:moveTo>
                  <a:cubicBezTo>
                    <a:pt x="482" y="374"/>
                    <a:pt x="374" y="482"/>
                    <a:pt x="241" y="482"/>
                  </a:cubicBezTo>
                  <a:cubicBezTo>
                    <a:pt x="108" y="482"/>
                    <a:pt x="0" y="374"/>
                    <a:pt x="0" y="241"/>
                  </a:cubicBezTo>
                  <a:cubicBezTo>
                    <a:pt x="0" y="108"/>
                    <a:pt x="108" y="0"/>
                    <a:pt x="241" y="0"/>
                  </a:cubicBezTo>
                  <a:cubicBezTo>
                    <a:pt x="374" y="0"/>
                    <a:pt x="482" y="108"/>
                    <a:pt x="482" y="24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2" name="Google Shape;772;p12"/>
            <p:cNvSpPr/>
            <p:nvPr/>
          </p:nvSpPr>
          <p:spPr>
            <a:xfrm>
              <a:off x="3243733" y="3354823"/>
              <a:ext cx="4828" cy="4828"/>
            </a:xfrm>
            <a:custGeom>
              <a:rect b="b" l="l" r="r" t="t"/>
              <a:pathLst>
                <a:path extrusionOk="0" h="577" w="577">
                  <a:moveTo>
                    <a:pt x="577" y="289"/>
                  </a:moveTo>
                  <a:cubicBezTo>
                    <a:pt x="577" y="448"/>
                    <a:pt x="448" y="577"/>
                    <a:pt x="289" y="577"/>
                  </a:cubicBezTo>
                  <a:cubicBezTo>
                    <a:pt x="129" y="577"/>
                    <a:pt x="0" y="448"/>
                    <a:pt x="0" y="289"/>
                  </a:cubicBezTo>
                  <a:cubicBezTo>
                    <a:pt x="0" y="129"/>
                    <a:pt x="129" y="0"/>
                    <a:pt x="289" y="0"/>
                  </a:cubicBezTo>
                  <a:cubicBezTo>
                    <a:pt x="448" y="0"/>
                    <a:pt x="577" y="129"/>
                    <a:pt x="577" y="2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3" name="Google Shape;773;p12"/>
            <p:cNvSpPr/>
            <p:nvPr/>
          </p:nvSpPr>
          <p:spPr>
            <a:xfrm>
              <a:off x="3145188" y="3201341"/>
              <a:ext cx="4846" cy="4819"/>
            </a:xfrm>
            <a:custGeom>
              <a:rect b="b" l="l" r="r" t="t"/>
              <a:pathLst>
                <a:path extrusionOk="0" h="575" w="579">
                  <a:moveTo>
                    <a:pt x="290" y="575"/>
                  </a:moveTo>
                  <a:cubicBezTo>
                    <a:pt x="450" y="575"/>
                    <a:pt x="579" y="447"/>
                    <a:pt x="579" y="288"/>
                  </a:cubicBezTo>
                  <a:cubicBezTo>
                    <a:pt x="579" y="129"/>
                    <a:pt x="450" y="0"/>
                    <a:pt x="290" y="0"/>
                  </a:cubicBez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30" y="575"/>
                    <a:pt x="290" y="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4" name="Google Shape;774;p12"/>
            <p:cNvSpPr/>
            <p:nvPr/>
          </p:nvSpPr>
          <p:spPr>
            <a:xfrm>
              <a:off x="3052989" y="3044010"/>
              <a:ext cx="4855" cy="4819"/>
            </a:xfrm>
            <a:custGeom>
              <a:rect b="b" l="l" r="r" t="t"/>
              <a:pathLst>
                <a:path extrusionOk="0" h="575" w="580">
                  <a:moveTo>
                    <a:pt x="290" y="575"/>
                  </a:moveTo>
                  <a:cubicBezTo>
                    <a:pt x="450" y="575"/>
                    <a:pt x="580" y="447"/>
                    <a:pt x="580" y="288"/>
                  </a:cubicBezTo>
                  <a:cubicBezTo>
                    <a:pt x="580" y="129"/>
                    <a:pt x="450" y="0"/>
                    <a:pt x="290" y="0"/>
                  </a:cubicBez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30" y="575"/>
                    <a:pt x="290" y="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5" name="Google Shape;775;p12"/>
            <p:cNvSpPr/>
            <p:nvPr/>
          </p:nvSpPr>
          <p:spPr>
            <a:xfrm>
              <a:off x="2967301" y="2883094"/>
              <a:ext cx="4828" cy="4828"/>
            </a:xfrm>
            <a:custGeom>
              <a:rect b="b" l="l" r="r" t="t"/>
              <a:pathLst>
                <a:path extrusionOk="0" h="577" w="577">
                  <a:moveTo>
                    <a:pt x="577" y="289"/>
                  </a:moveTo>
                  <a:cubicBezTo>
                    <a:pt x="577" y="448"/>
                    <a:pt x="448" y="577"/>
                    <a:pt x="289" y="577"/>
                  </a:cubicBezTo>
                  <a:cubicBezTo>
                    <a:pt x="129" y="577"/>
                    <a:pt x="0" y="448"/>
                    <a:pt x="0" y="289"/>
                  </a:cubicBezTo>
                  <a:cubicBezTo>
                    <a:pt x="0" y="129"/>
                    <a:pt x="129" y="0"/>
                    <a:pt x="289" y="0"/>
                  </a:cubicBezTo>
                  <a:cubicBezTo>
                    <a:pt x="448" y="0"/>
                    <a:pt x="577" y="129"/>
                    <a:pt x="577" y="2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6" name="Google Shape;776;p12"/>
            <p:cNvSpPr/>
            <p:nvPr/>
          </p:nvSpPr>
          <p:spPr>
            <a:xfrm>
              <a:off x="2887839" y="2718474"/>
              <a:ext cx="5660" cy="5623"/>
            </a:xfrm>
            <a:custGeom>
              <a:rect b="b" l="l" r="r" t="t"/>
              <a:pathLst>
                <a:path extrusionOk="0" h="671" w="676">
                  <a:moveTo>
                    <a:pt x="338" y="672"/>
                  </a:moveTo>
                  <a:cubicBezTo>
                    <a:pt x="525" y="672"/>
                    <a:pt x="676" y="521"/>
                    <a:pt x="676" y="336"/>
                  </a:cubicBezTo>
                  <a:cubicBezTo>
                    <a:pt x="676" y="150"/>
                    <a:pt x="525" y="0"/>
                    <a:pt x="338" y="0"/>
                  </a:cubicBezTo>
                  <a:cubicBezTo>
                    <a:pt x="151" y="0"/>
                    <a:pt x="0" y="150"/>
                    <a:pt x="0" y="336"/>
                  </a:cubicBezTo>
                  <a:cubicBezTo>
                    <a:pt x="0" y="521"/>
                    <a:pt x="151" y="672"/>
                    <a:pt x="338" y="6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7" name="Google Shape;777;p12"/>
            <p:cNvSpPr/>
            <p:nvPr/>
          </p:nvSpPr>
          <p:spPr>
            <a:xfrm>
              <a:off x="2815547" y="2551203"/>
              <a:ext cx="5660" cy="5623"/>
            </a:xfrm>
            <a:custGeom>
              <a:rect b="b" l="l" r="r" t="t"/>
              <a:pathLst>
                <a:path extrusionOk="0" h="671" w="676">
                  <a:moveTo>
                    <a:pt x="338" y="672"/>
                  </a:moveTo>
                  <a:cubicBezTo>
                    <a:pt x="525" y="672"/>
                    <a:pt x="676" y="521"/>
                    <a:pt x="676" y="335"/>
                  </a:cubicBezTo>
                  <a:cubicBezTo>
                    <a:pt x="676" y="150"/>
                    <a:pt x="525" y="0"/>
                    <a:pt x="338" y="0"/>
                  </a:cubicBezTo>
                  <a:cubicBezTo>
                    <a:pt x="151" y="0"/>
                    <a:pt x="0" y="150"/>
                    <a:pt x="0" y="335"/>
                  </a:cubicBezTo>
                  <a:cubicBezTo>
                    <a:pt x="0" y="521"/>
                    <a:pt x="151" y="672"/>
                    <a:pt x="338" y="6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8" name="Google Shape;778;p12"/>
            <p:cNvSpPr/>
            <p:nvPr/>
          </p:nvSpPr>
          <p:spPr>
            <a:xfrm>
              <a:off x="2749747" y="2380759"/>
              <a:ext cx="6464" cy="6419"/>
            </a:xfrm>
            <a:custGeom>
              <a:rect b="b" l="l" r="r" t="t"/>
              <a:pathLst>
                <a:path extrusionOk="0" h="766" w="772">
                  <a:moveTo>
                    <a:pt x="387" y="767"/>
                  </a:moveTo>
                  <a:cubicBezTo>
                    <a:pt x="600" y="767"/>
                    <a:pt x="772" y="595"/>
                    <a:pt x="772" y="383"/>
                  </a:cubicBezTo>
                  <a:cubicBezTo>
                    <a:pt x="772" y="171"/>
                    <a:pt x="600" y="0"/>
                    <a:pt x="387" y="0"/>
                  </a:cubicBezTo>
                  <a:cubicBezTo>
                    <a:pt x="173" y="0"/>
                    <a:pt x="0" y="171"/>
                    <a:pt x="0" y="383"/>
                  </a:cubicBezTo>
                  <a:cubicBezTo>
                    <a:pt x="0" y="595"/>
                    <a:pt x="173" y="767"/>
                    <a:pt x="387" y="7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79" name="Google Shape;779;p12"/>
            <p:cNvSpPr/>
            <p:nvPr/>
          </p:nvSpPr>
          <p:spPr>
            <a:xfrm>
              <a:off x="2690521" y="2207416"/>
              <a:ext cx="8082" cy="8027"/>
            </a:xfrm>
            <a:custGeom>
              <a:rect b="b" l="l" r="r" t="t"/>
              <a:pathLst>
                <a:path extrusionOk="0" h="959" w="965">
                  <a:moveTo>
                    <a:pt x="483" y="959"/>
                  </a:moveTo>
                  <a:cubicBezTo>
                    <a:pt x="750" y="959"/>
                    <a:pt x="966" y="744"/>
                    <a:pt x="966" y="479"/>
                  </a:cubicBezTo>
                  <a:cubicBezTo>
                    <a:pt x="966" y="214"/>
                    <a:pt x="750" y="0"/>
                    <a:pt x="483" y="0"/>
                  </a:cubicBezTo>
                  <a:cubicBezTo>
                    <a:pt x="216" y="0"/>
                    <a:pt x="0" y="214"/>
                    <a:pt x="0" y="479"/>
                  </a:cubicBezTo>
                  <a:cubicBezTo>
                    <a:pt x="0" y="744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0" name="Google Shape;780;p12"/>
            <p:cNvSpPr/>
            <p:nvPr/>
          </p:nvSpPr>
          <p:spPr>
            <a:xfrm>
              <a:off x="2638793" y="2032272"/>
              <a:ext cx="8897" cy="8833"/>
            </a:xfrm>
            <a:custGeom>
              <a:rect b="b" l="l" r="r" t="t"/>
              <a:pathLst>
                <a:path extrusionOk="0" h="1055" w="1062">
                  <a:moveTo>
                    <a:pt x="531" y="1055"/>
                  </a:moveTo>
                  <a:cubicBezTo>
                    <a:pt x="824" y="1055"/>
                    <a:pt x="1062" y="819"/>
                    <a:pt x="1062" y="528"/>
                  </a:cubicBezTo>
                  <a:cubicBezTo>
                    <a:pt x="1062" y="236"/>
                    <a:pt x="824" y="0"/>
                    <a:pt x="531" y="0"/>
                  </a:cubicBezTo>
                  <a:cubicBezTo>
                    <a:pt x="237" y="0"/>
                    <a:pt x="0" y="236"/>
                    <a:pt x="0" y="528"/>
                  </a:cubicBezTo>
                  <a:cubicBezTo>
                    <a:pt x="0" y="819"/>
                    <a:pt x="237" y="1055"/>
                    <a:pt x="531" y="10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1" name="Google Shape;781;p12"/>
            <p:cNvSpPr/>
            <p:nvPr/>
          </p:nvSpPr>
          <p:spPr>
            <a:xfrm>
              <a:off x="2593841" y="1854805"/>
              <a:ext cx="10516" cy="10441"/>
            </a:xfrm>
            <a:custGeom>
              <a:rect b="b" l="l" r="r" t="t"/>
              <a:pathLst>
                <a:path extrusionOk="0" h="1247" w="1256">
                  <a:moveTo>
                    <a:pt x="628" y="1248"/>
                  </a:moveTo>
                  <a:cubicBezTo>
                    <a:pt x="974" y="1248"/>
                    <a:pt x="1256" y="968"/>
                    <a:pt x="1256" y="624"/>
                  </a:cubicBezTo>
                  <a:cubicBezTo>
                    <a:pt x="1256" y="279"/>
                    <a:pt x="974" y="0"/>
                    <a:pt x="628" y="0"/>
                  </a:cubicBezTo>
                  <a:cubicBezTo>
                    <a:pt x="281" y="0"/>
                    <a:pt x="0" y="279"/>
                    <a:pt x="0" y="624"/>
                  </a:cubicBezTo>
                  <a:cubicBezTo>
                    <a:pt x="0" y="968"/>
                    <a:pt x="281" y="1248"/>
                    <a:pt x="628" y="12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2" name="Google Shape;782;p12"/>
            <p:cNvSpPr/>
            <p:nvPr/>
          </p:nvSpPr>
          <p:spPr>
            <a:xfrm>
              <a:off x="2556945" y="1676506"/>
              <a:ext cx="10507" cy="10432"/>
            </a:xfrm>
            <a:custGeom>
              <a:rect b="b" l="l" r="r" t="t"/>
              <a:pathLst>
                <a:path extrusionOk="0" h="1246" w="1255">
                  <a:moveTo>
                    <a:pt x="628" y="1247"/>
                  </a:moveTo>
                  <a:cubicBezTo>
                    <a:pt x="974" y="1247"/>
                    <a:pt x="1255" y="968"/>
                    <a:pt x="1255" y="623"/>
                  </a:cubicBezTo>
                  <a:cubicBezTo>
                    <a:pt x="1255" y="279"/>
                    <a:pt x="974" y="0"/>
                    <a:pt x="628" y="0"/>
                  </a:cubicBezTo>
                  <a:cubicBezTo>
                    <a:pt x="281" y="0"/>
                    <a:pt x="0" y="279"/>
                    <a:pt x="0" y="623"/>
                  </a:cubicBezTo>
                  <a:cubicBezTo>
                    <a:pt x="0" y="968"/>
                    <a:pt x="281" y="1247"/>
                    <a:pt x="628" y="12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3" name="Google Shape;783;p12"/>
            <p:cNvSpPr/>
            <p:nvPr/>
          </p:nvSpPr>
          <p:spPr>
            <a:xfrm>
              <a:off x="2527365" y="1496854"/>
              <a:ext cx="10480" cy="10480"/>
            </a:xfrm>
            <a:custGeom>
              <a:rect b="b" l="l" r="r" t="t"/>
              <a:pathLst>
                <a:path extrusionOk="0" h="1251" w="1251">
                  <a:moveTo>
                    <a:pt x="1252" y="626"/>
                  </a:moveTo>
                  <a:cubicBezTo>
                    <a:pt x="1252" y="971"/>
                    <a:pt x="971" y="1252"/>
                    <a:pt x="626" y="1252"/>
                  </a:cubicBezTo>
                  <a:cubicBezTo>
                    <a:pt x="280" y="1252"/>
                    <a:pt x="0" y="971"/>
                    <a:pt x="0" y="626"/>
                  </a:cubicBezTo>
                  <a:cubicBezTo>
                    <a:pt x="0" y="280"/>
                    <a:pt x="280" y="0"/>
                    <a:pt x="626" y="0"/>
                  </a:cubicBezTo>
                  <a:cubicBezTo>
                    <a:pt x="971" y="0"/>
                    <a:pt x="1252" y="280"/>
                    <a:pt x="1252" y="62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4" name="Google Shape;784;p12"/>
            <p:cNvSpPr/>
            <p:nvPr/>
          </p:nvSpPr>
          <p:spPr>
            <a:xfrm>
              <a:off x="2505520" y="1316589"/>
              <a:ext cx="9710" cy="9628"/>
            </a:xfrm>
            <a:custGeom>
              <a:rect b="b" l="l" r="r" t="t"/>
              <a:pathLst>
                <a:path extrusionOk="0" h="1150" w="1159">
                  <a:moveTo>
                    <a:pt x="580" y="1151"/>
                  </a:moveTo>
                  <a:cubicBezTo>
                    <a:pt x="900" y="1151"/>
                    <a:pt x="1159" y="893"/>
                    <a:pt x="1159" y="575"/>
                  </a:cubicBezTo>
                  <a:cubicBezTo>
                    <a:pt x="1159" y="257"/>
                    <a:pt x="900" y="0"/>
                    <a:pt x="580" y="0"/>
                  </a:cubicBezTo>
                  <a:cubicBezTo>
                    <a:pt x="260" y="0"/>
                    <a:pt x="0" y="257"/>
                    <a:pt x="0" y="575"/>
                  </a:cubicBezTo>
                  <a:cubicBezTo>
                    <a:pt x="0" y="893"/>
                    <a:pt x="260" y="1151"/>
                    <a:pt x="580" y="115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5" name="Google Shape;785;p12"/>
            <p:cNvSpPr/>
            <p:nvPr/>
          </p:nvSpPr>
          <p:spPr>
            <a:xfrm>
              <a:off x="2491483" y="1135977"/>
              <a:ext cx="8082" cy="8027"/>
            </a:xfrm>
            <a:custGeom>
              <a:rect b="b" l="l" r="r" t="t"/>
              <a:pathLst>
                <a:path extrusionOk="0" h="959" w="965">
                  <a:moveTo>
                    <a:pt x="483" y="959"/>
                  </a:moveTo>
                  <a:cubicBezTo>
                    <a:pt x="750" y="959"/>
                    <a:pt x="966" y="744"/>
                    <a:pt x="966" y="479"/>
                  </a:cubicBezTo>
                  <a:cubicBezTo>
                    <a:pt x="966" y="214"/>
                    <a:pt x="750" y="0"/>
                    <a:pt x="483" y="0"/>
                  </a:cubicBezTo>
                  <a:cubicBezTo>
                    <a:pt x="216" y="0"/>
                    <a:pt x="0" y="214"/>
                    <a:pt x="0" y="479"/>
                  </a:cubicBezTo>
                  <a:cubicBezTo>
                    <a:pt x="0" y="744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6" name="Google Shape;786;p12"/>
            <p:cNvSpPr/>
            <p:nvPr/>
          </p:nvSpPr>
          <p:spPr>
            <a:xfrm>
              <a:off x="2484049" y="954103"/>
              <a:ext cx="8093" cy="8027"/>
            </a:xfrm>
            <a:custGeom>
              <a:rect b="b" l="l" r="r" t="t"/>
              <a:pathLst>
                <a:path extrusionOk="0" h="959" w="966">
                  <a:moveTo>
                    <a:pt x="483" y="959"/>
                  </a:moveTo>
                  <a:cubicBezTo>
                    <a:pt x="750" y="959"/>
                    <a:pt x="967" y="744"/>
                    <a:pt x="967" y="479"/>
                  </a:cubicBezTo>
                  <a:cubicBezTo>
                    <a:pt x="967" y="214"/>
                    <a:pt x="750" y="0"/>
                    <a:pt x="483" y="0"/>
                  </a:cubicBezTo>
                  <a:cubicBezTo>
                    <a:pt x="216" y="0"/>
                    <a:pt x="0" y="214"/>
                    <a:pt x="0" y="479"/>
                  </a:cubicBezTo>
                  <a:cubicBezTo>
                    <a:pt x="0" y="744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7" name="Google Shape;787;p12"/>
            <p:cNvSpPr/>
            <p:nvPr/>
          </p:nvSpPr>
          <p:spPr>
            <a:xfrm>
              <a:off x="2484049" y="772073"/>
              <a:ext cx="8093" cy="8027"/>
            </a:xfrm>
            <a:custGeom>
              <a:rect b="b" l="l" r="r" t="t"/>
              <a:pathLst>
                <a:path extrusionOk="0" h="959" w="966">
                  <a:moveTo>
                    <a:pt x="483" y="959"/>
                  </a:moveTo>
                  <a:cubicBezTo>
                    <a:pt x="750" y="959"/>
                    <a:pt x="967" y="745"/>
                    <a:pt x="967" y="480"/>
                  </a:cubicBezTo>
                  <a:cubicBezTo>
                    <a:pt x="967" y="215"/>
                    <a:pt x="750" y="0"/>
                    <a:pt x="483" y="0"/>
                  </a:cubicBezTo>
                  <a:cubicBezTo>
                    <a:pt x="216" y="0"/>
                    <a:pt x="0" y="215"/>
                    <a:pt x="0" y="480"/>
                  </a:cubicBezTo>
                  <a:cubicBezTo>
                    <a:pt x="0" y="745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8" name="Google Shape;788;p12"/>
            <p:cNvSpPr/>
            <p:nvPr/>
          </p:nvSpPr>
          <p:spPr>
            <a:xfrm>
              <a:off x="2491081" y="589797"/>
              <a:ext cx="8897" cy="8833"/>
            </a:xfrm>
            <a:custGeom>
              <a:rect b="b" l="l" r="r" t="t"/>
              <a:pathLst>
                <a:path extrusionOk="0" h="1055" w="1062">
                  <a:moveTo>
                    <a:pt x="531" y="1055"/>
                  </a:moveTo>
                  <a:cubicBezTo>
                    <a:pt x="825" y="1055"/>
                    <a:pt x="1062" y="819"/>
                    <a:pt x="1062" y="528"/>
                  </a:cubicBezTo>
                  <a:cubicBezTo>
                    <a:pt x="1062" y="236"/>
                    <a:pt x="825" y="0"/>
                    <a:pt x="531" y="0"/>
                  </a:cubicBezTo>
                  <a:cubicBezTo>
                    <a:pt x="238" y="0"/>
                    <a:pt x="0" y="236"/>
                    <a:pt x="0" y="528"/>
                  </a:cubicBezTo>
                  <a:cubicBezTo>
                    <a:pt x="0" y="819"/>
                    <a:pt x="238" y="1055"/>
                    <a:pt x="531" y="105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89" name="Google Shape;789;p12"/>
            <p:cNvSpPr/>
            <p:nvPr/>
          </p:nvSpPr>
          <p:spPr>
            <a:xfrm>
              <a:off x="2505108" y="407575"/>
              <a:ext cx="10516" cy="10432"/>
            </a:xfrm>
            <a:custGeom>
              <a:rect b="b" l="l" r="r" t="t"/>
              <a:pathLst>
                <a:path extrusionOk="0" h="1246" w="1256">
                  <a:moveTo>
                    <a:pt x="629" y="1247"/>
                  </a:moveTo>
                  <a:cubicBezTo>
                    <a:pt x="975" y="1247"/>
                    <a:pt x="1256" y="968"/>
                    <a:pt x="1256" y="623"/>
                  </a:cubicBezTo>
                  <a:cubicBezTo>
                    <a:pt x="1256" y="279"/>
                    <a:pt x="975" y="0"/>
                    <a:pt x="629" y="0"/>
                  </a:cubicBezTo>
                  <a:cubicBezTo>
                    <a:pt x="281" y="0"/>
                    <a:pt x="0" y="279"/>
                    <a:pt x="0" y="623"/>
                  </a:cubicBezTo>
                  <a:cubicBezTo>
                    <a:pt x="0" y="968"/>
                    <a:pt x="281" y="1247"/>
                    <a:pt x="629" y="124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0" name="Google Shape;790;p12"/>
            <p:cNvSpPr/>
            <p:nvPr/>
          </p:nvSpPr>
          <p:spPr>
            <a:xfrm>
              <a:off x="2526139" y="225683"/>
              <a:ext cx="12939" cy="12856"/>
            </a:xfrm>
            <a:custGeom>
              <a:rect b="b" l="l" r="r" t="t"/>
              <a:pathLst>
                <a:path extrusionOk="0" h="1535" w="1545">
                  <a:moveTo>
                    <a:pt x="772" y="1535"/>
                  </a:moveTo>
                  <a:cubicBezTo>
                    <a:pt x="1199" y="1535"/>
                    <a:pt x="1546" y="1192"/>
                    <a:pt x="1546" y="768"/>
                  </a:cubicBezTo>
                  <a:cubicBezTo>
                    <a:pt x="1546" y="344"/>
                    <a:pt x="1199" y="0"/>
                    <a:pt x="772" y="0"/>
                  </a:cubicBezTo>
                  <a:cubicBezTo>
                    <a:pt x="346" y="0"/>
                    <a:pt x="0" y="344"/>
                    <a:pt x="0" y="768"/>
                  </a:cubicBezTo>
                  <a:cubicBezTo>
                    <a:pt x="0" y="1192"/>
                    <a:pt x="346" y="1535"/>
                    <a:pt x="772" y="153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1" name="Google Shape;791;p12"/>
            <p:cNvSpPr/>
            <p:nvPr/>
          </p:nvSpPr>
          <p:spPr>
            <a:xfrm>
              <a:off x="2554925" y="45253"/>
              <a:ext cx="14564" cy="14455"/>
            </a:xfrm>
            <a:custGeom>
              <a:rect b="b" l="l" r="r" t="t"/>
              <a:pathLst>
                <a:path extrusionOk="0" h="1726" w="1739">
                  <a:moveTo>
                    <a:pt x="870" y="1727"/>
                  </a:moveTo>
                  <a:cubicBezTo>
                    <a:pt x="1350" y="1727"/>
                    <a:pt x="1739" y="1340"/>
                    <a:pt x="1739" y="864"/>
                  </a:cubicBezTo>
                  <a:cubicBezTo>
                    <a:pt x="1739" y="387"/>
                    <a:pt x="1350" y="0"/>
                    <a:pt x="870" y="0"/>
                  </a:cubicBezTo>
                  <a:cubicBezTo>
                    <a:pt x="390" y="0"/>
                    <a:pt x="0" y="387"/>
                    <a:pt x="0" y="864"/>
                  </a:cubicBezTo>
                  <a:cubicBezTo>
                    <a:pt x="0" y="1340"/>
                    <a:pt x="390" y="1727"/>
                    <a:pt x="870" y="172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2" name="Google Shape;792;p12"/>
            <p:cNvSpPr/>
            <p:nvPr/>
          </p:nvSpPr>
          <p:spPr>
            <a:xfrm>
              <a:off x="7007925" y="5500993"/>
              <a:ext cx="3236" cy="3191"/>
            </a:xfrm>
            <a:custGeom>
              <a:rect b="b" l="l" r="r" t="t"/>
              <a:pathLst>
                <a:path extrusionOk="0" h="381" w="386">
                  <a:moveTo>
                    <a:pt x="193" y="381"/>
                  </a:moveTo>
                  <a:cubicBezTo>
                    <a:pt x="300" y="381"/>
                    <a:pt x="387" y="295"/>
                    <a:pt x="387" y="190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0"/>
                  </a:cubicBezTo>
                  <a:cubicBezTo>
                    <a:pt x="0" y="295"/>
                    <a:pt x="87" y="381"/>
                    <a:pt x="193" y="3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3" name="Google Shape;793;p12"/>
            <p:cNvSpPr/>
            <p:nvPr/>
          </p:nvSpPr>
          <p:spPr>
            <a:xfrm>
              <a:off x="6823435" y="5496202"/>
              <a:ext cx="5660" cy="5660"/>
            </a:xfrm>
            <a:custGeom>
              <a:rect b="b" l="l" r="r" t="t"/>
              <a:pathLst>
                <a:path extrusionOk="0" h="676" w="676">
                  <a:moveTo>
                    <a:pt x="338" y="676"/>
                  </a:moveTo>
                  <a:cubicBezTo>
                    <a:pt x="525" y="676"/>
                    <a:pt x="676" y="524"/>
                    <a:pt x="676" y="333"/>
                  </a:cubicBezTo>
                  <a:cubicBezTo>
                    <a:pt x="676" y="152"/>
                    <a:pt x="525" y="0"/>
                    <a:pt x="338" y="0"/>
                  </a:cubicBezTo>
                  <a:cubicBezTo>
                    <a:pt x="151" y="0"/>
                    <a:pt x="0" y="152"/>
                    <a:pt x="0" y="333"/>
                  </a:cubicBezTo>
                  <a:cubicBezTo>
                    <a:pt x="0" y="524"/>
                    <a:pt x="151" y="676"/>
                    <a:pt x="338" y="67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4" name="Google Shape;794;p12"/>
            <p:cNvSpPr/>
            <p:nvPr/>
          </p:nvSpPr>
          <p:spPr>
            <a:xfrm>
              <a:off x="6638836" y="5483876"/>
              <a:ext cx="8869" cy="8869"/>
            </a:xfrm>
            <a:custGeom>
              <a:rect b="b" l="l" r="r" t="t"/>
              <a:pathLst>
                <a:path extrusionOk="0" h="1059" w="1059">
                  <a:moveTo>
                    <a:pt x="1059" y="530"/>
                  </a:moveTo>
                  <a:cubicBezTo>
                    <a:pt x="1059" y="822"/>
                    <a:pt x="822" y="1059"/>
                    <a:pt x="530" y="1059"/>
                  </a:cubicBezTo>
                  <a:cubicBezTo>
                    <a:pt x="237" y="1059"/>
                    <a:pt x="0" y="822"/>
                    <a:pt x="0" y="530"/>
                  </a:cubicBezTo>
                  <a:cubicBezTo>
                    <a:pt x="0" y="237"/>
                    <a:pt x="237" y="0"/>
                    <a:pt x="530" y="0"/>
                  </a:cubicBezTo>
                  <a:cubicBezTo>
                    <a:pt x="822" y="0"/>
                    <a:pt x="1059" y="237"/>
                    <a:pt x="1059" y="5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5" name="Google Shape;795;p12"/>
            <p:cNvSpPr/>
            <p:nvPr/>
          </p:nvSpPr>
          <p:spPr>
            <a:xfrm>
              <a:off x="6454777" y="5464454"/>
              <a:ext cx="12135" cy="12043"/>
            </a:xfrm>
            <a:custGeom>
              <a:rect b="b" l="l" r="r" t="t"/>
              <a:pathLst>
                <a:path extrusionOk="0" h="1438" w="1449">
                  <a:moveTo>
                    <a:pt x="725" y="1438"/>
                  </a:moveTo>
                  <a:cubicBezTo>
                    <a:pt x="1125" y="1438"/>
                    <a:pt x="1450" y="1114"/>
                    <a:pt x="1450" y="714"/>
                  </a:cubicBezTo>
                  <a:cubicBezTo>
                    <a:pt x="1450" y="324"/>
                    <a:pt x="1125" y="0"/>
                    <a:pt x="725" y="0"/>
                  </a:cubicBezTo>
                  <a:cubicBezTo>
                    <a:pt x="325" y="0"/>
                    <a:pt x="0" y="324"/>
                    <a:pt x="0" y="714"/>
                  </a:cubicBezTo>
                  <a:cubicBezTo>
                    <a:pt x="0" y="1114"/>
                    <a:pt x="325" y="1438"/>
                    <a:pt x="725" y="143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6" name="Google Shape;796;p12"/>
            <p:cNvSpPr/>
            <p:nvPr/>
          </p:nvSpPr>
          <p:spPr>
            <a:xfrm>
              <a:off x="6272418" y="5438704"/>
              <a:ext cx="13697" cy="13697"/>
            </a:xfrm>
            <a:custGeom>
              <a:rect b="b" l="l" r="r" t="t"/>
              <a:pathLst>
                <a:path extrusionOk="0" h="1636" w="1636">
                  <a:moveTo>
                    <a:pt x="1636" y="818"/>
                  </a:moveTo>
                  <a:cubicBezTo>
                    <a:pt x="1636" y="1270"/>
                    <a:pt x="1270" y="1636"/>
                    <a:pt x="818" y="1636"/>
                  </a:cubicBezTo>
                  <a:cubicBezTo>
                    <a:pt x="366" y="1636"/>
                    <a:pt x="0" y="1270"/>
                    <a:pt x="0" y="818"/>
                  </a:cubicBezTo>
                  <a:cubicBezTo>
                    <a:pt x="0" y="366"/>
                    <a:pt x="366" y="0"/>
                    <a:pt x="818" y="0"/>
                  </a:cubicBezTo>
                  <a:cubicBezTo>
                    <a:pt x="1270" y="0"/>
                    <a:pt x="1636" y="366"/>
                    <a:pt x="1636" y="8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7" name="Google Shape;797;p12"/>
            <p:cNvSpPr/>
            <p:nvPr/>
          </p:nvSpPr>
          <p:spPr>
            <a:xfrm>
              <a:off x="6091961" y="5406710"/>
              <a:ext cx="13697" cy="13697"/>
            </a:xfrm>
            <a:custGeom>
              <a:rect b="b" l="l" r="r" t="t"/>
              <a:pathLst>
                <a:path extrusionOk="0" h="1636" w="1636">
                  <a:moveTo>
                    <a:pt x="1636" y="818"/>
                  </a:moveTo>
                  <a:cubicBezTo>
                    <a:pt x="1636" y="1270"/>
                    <a:pt x="1270" y="1636"/>
                    <a:pt x="818" y="1636"/>
                  </a:cubicBezTo>
                  <a:cubicBezTo>
                    <a:pt x="366" y="1636"/>
                    <a:pt x="0" y="1270"/>
                    <a:pt x="0" y="818"/>
                  </a:cubicBezTo>
                  <a:cubicBezTo>
                    <a:pt x="0" y="366"/>
                    <a:pt x="366" y="0"/>
                    <a:pt x="818" y="0"/>
                  </a:cubicBezTo>
                  <a:cubicBezTo>
                    <a:pt x="1270" y="0"/>
                    <a:pt x="1636" y="366"/>
                    <a:pt x="1636" y="81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8" name="Google Shape;798;p12"/>
            <p:cNvSpPr/>
            <p:nvPr/>
          </p:nvSpPr>
          <p:spPr>
            <a:xfrm>
              <a:off x="5913278" y="5368085"/>
              <a:ext cx="12939" cy="12839"/>
            </a:xfrm>
            <a:custGeom>
              <a:rect b="b" l="l" r="r" t="t"/>
              <a:pathLst>
                <a:path extrusionOk="0" h="1533" w="1545">
                  <a:moveTo>
                    <a:pt x="773" y="1534"/>
                  </a:moveTo>
                  <a:cubicBezTo>
                    <a:pt x="1200" y="1534"/>
                    <a:pt x="1546" y="1191"/>
                    <a:pt x="1546" y="772"/>
                  </a:cubicBezTo>
                  <a:cubicBezTo>
                    <a:pt x="1546" y="343"/>
                    <a:pt x="1200" y="0"/>
                    <a:pt x="773" y="0"/>
                  </a:cubicBezTo>
                  <a:cubicBezTo>
                    <a:pt x="347" y="0"/>
                    <a:pt x="0" y="343"/>
                    <a:pt x="0" y="772"/>
                  </a:cubicBezTo>
                  <a:cubicBezTo>
                    <a:pt x="0" y="1191"/>
                    <a:pt x="347" y="1534"/>
                    <a:pt x="773" y="153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799" name="Google Shape;799;p12"/>
            <p:cNvSpPr/>
            <p:nvPr/>
          </p:nvSpPr>
          <p:spPr>
            <a:xfrm>
              <a:off x="5737530" y="5323737"/>
              <a:ext cx="9710" cy="9645"/>
            </a:xfrm>
            <a:custGeom>
              <a:rect b="b" l="l" r="r" t="t"/>
              <a:pathLst>
                <a:path extrusionOk="0" h="1152" w="1159">
                  <a:moveTo>
                    <a:pt x="579" y="1153"/>
                  </a:moveTo>
                  <a:cubicBezTo>
                    <a:pt x="899" y="1153"/>
                    <a:pt x="1159" y="895"/>
                    <a:pt x="1159" y="581"/>
                  </a:cubicBezTo>
                  <a:cubicBezTo>
                    <a:pt x="1159" y="257"/>
                    <a:pt x="899" y="0"/>
                    <a:pt x="579" y="0"/>
                  </a:cubicBezTo>
                  <a:cubicBezTo>
                    <a:pt x="259" y="0"/>
                    <a:pt x="0" y="257"/>
                    <a:pt x="0" y="581"/>
                  </a:cubicBezTo>
                  <a:cubicBezTo>
                    <a:pt x="0" y="895"/>
                    <a:pt x="259" y="1153"/>
                    <a:pt x="579" y="115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0" name="Google Shape;800;p12"/>
            <p:cNvSpPr/>
            <p:nvPr/>
          </p:nvSpPr>
          <p:spPr>
            <a:xfrm>
              <a:off x="5563328" y="5272128"/>
              <a:ext cx="7278" cy="7177"/>
            </a:xfrm>
            <a:custGeom>
              <a:rect b="b" l="l" r="r" t="t"/>
              <a:pathLst>
                <a:path extrusionOk="0" h="857" w="869">
                  <a:moveTo>
                    <a:pt x="435" y="857"/>
                  </a:moveTo>
                  <a:cubicBezTo>
                    <a:pt x="675" y="857"/>
                    <a:pt x="870" y="667"/>
                    <a:pt x="870" y="429"/>
                  </a:cubicBezTo>
                  <a:cubicBezTo>
                    <a:pt x="870" y="191"/>
                    <a:pt x="675" y="0"/>
                    <a:pt x="435" y="0"/>
                  </a:cubicBezTo>
                  <a:cubicBezTo>
                    <a:pt x="195" y="0"/>
                    <a:pt x="0" y="191"/>
                    <a:pt x="0" y="429"/>
                  </a:cubicBezTo>
                  <a:cubicBezTo>
                    <a:pt x="0" y="667"/>
                    <a:pt x="195" y="857"/>
                    <a:pt x="435" y="85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1" name="Google Shape;801;p12"/>
            <p:cNvSpPr/>
            <p:nvPr/>
          </p:nvSpPr>
          <p:spPr>
            <a:xfrm>
              <a:off x="5391750" y="5214045"/>
              <a:ext cx="4032" cy="4059"/>
            </a:xfrm>
            <a:custGeom>
              <a:rect b="b" l="l" r="r" t="t"/>
              <a:pathLst>
                <a:path extrusionOk="0" h="485" w="482">
                  <a:moveTo>
                    <a:pt x="241" y="486"/>
                  </a:moveTo>
                  <a:cubicBezTo>
                    <a:pt x="374" y="486"/>
                    <a:pt x="483" y="371"/>
                    <a:pt x="483" y="238"/>
                  </a:cubicBezTo>
                  <a:cubicBezTo>
                    <a:pt x="483" y="114"/>
                    <a:pt x="374" y="0"/>
                    <a:pt x="241" y="0"/>
                  </a:cubicBezTo>
                  <a:cubicBezTo>
                    <a:pt x="108" y="0"/>
                    <a:pt x="0" y="114"/>
                    <a:pt x="0" y="238"/>
                  </a:cubicBezTo>
                  <a:cubicBezTo>
                    <a:pt x="0" y="371"/>
                    <a:pt x="108" y="486"/>
                    <a:pt x="241" y="4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2" name="Google Shape;802;p12"/>
            <p:cNvSpPr/>
            <p:nvPr/>
          </p:nvSpPr>
          <p:spPr>
            <a:xfrm>
              <a:off x="5221864" y="5148547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3" name="Google Shape;803;p12"/>
            <p:cNvSpPr/>
            <p:nvPr/>
          </p:nvSpPr>
          <p:spPr>
            <a:xfrm>
              <a:off x="5054318" y="5075962"/>
              <a:ext cx="1618" cy="1673"/>
            </a:xfrm>
            <a:custGeom>
              <a:rect b="b" l="l" r="r" t="t"/>
              <a:pathLst>
                <a:path extrusionOk="0" h="200" w="193">
                  <a:moveTo>
                    <a:pt x="97" y="200"/>
                  </a:moveTo>
                  <a:cubicBezTo>
                    <a:pt x="150" y="200"/>
                    <a:pt x="193" y="152"/>
                    <a:pt x="193" y="105"/>
                  </a:cubicBezTo>
                  <a:cubicBezTo>
                    <a:pt x="193" y="48"/>
                    <a:pt x="150" y="0"/>
                    <a:pt x="97" y="0"/>
                  </a:cubicBezTo>
                  <a:cubicBezTo>
                    <a:pt x="44" y="0"/>
                    <a:pt x="0" y="48"/>
                    <a:pt x="0" y="105"/>
                  </a:cubicBezTo>
                  <a:cubicBezTo>
                    <a:pt x="0" y="152"/>
                    <a:pt x="44" y="200"/>
                    <a:pt x="97" y="2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4" name="Google Shape;804;p12"/>
            <p:cNvSpPr/>
            <p:nvPr/>
          </p:nvSpPr>
          <p:spPr>
            <a:xfrm>
              <a:off x="4889790" y="4996985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5" name="Google Shape;805;p12"/>
            <p:cNvSpPr/>
            <p:nvPr/>
          </p:nvSpPr>
          <p:spPr>
            <a:xfrm>
              <a:off x="4728124" y="4911150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6" name="Google Shape;806;p12"/>
            <p:cNvSpPr/>
            <p:nvPr/>
          </p:nvSpPr>
          <p:spPr>
            <a:xfrm>
              <a:off x="4569576" y="4818695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6" y="191"/>
                  </a:moveTo>
                  <a:cubicBezTo>
                    <a:pt x="150" y="191"/>
                    <a:pt x="193" y="152"/>
                    <a:pt x="193" y="95"/>
                  </a:cubicBezTo>
                  <a:cubicBezTo>
                    <a:pt x="193" y="48"/>
                    <a:pt x="150" y="0"/>
                    <a:pt x="96" y="0"/>
                  </a:cubicBezTo>
                  <a:cubicBezTo>
                    <a:pt x="43" y="0"/>
                    <a:pt x="0" y="48"/>
                    <a:pt x="0" y="95"/>
                  </a:cubicBezTo>
                  <a:cubicBezTo>
                    <a:pt x="0" y="152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7" name="Google Shape;807;p12"/>
            <p:cNvSpPr/>
            <p:nvPr/>
          </p:nvSpPr>
          <p:spPr>
            <a:xfrm>
              <a:off x="4415189" y="4720571"/>
              <a:ext cx="1609" cy="1609"/>
            </a:xfrm>
            <a:custGeom>
              <a:rect b="b" l="l" r="r" t="t"/>
              <a:pathLst>
                <a:path extrusionOk="0" h="192" w="192">
                  <a:moveTo>
                    <a:pt x="192" y="96"/>
                  </a:moveTo>
                  <a:cubicBezTo>
                    <a:pt x="192" y="149"/>
                    <a:pt x="149" y="192"/>
                    <a:pt x="96" y="192"/>
                  </a:cubicBezTo>
                  <a:cubicBezTo>
                    <a:pt x="43" y="192"/>
                    <a:pt x="0" y="149"/>
                    <a:pt x="0" y="96"/>
                  </a:cubicBezTo>
                  <a:cubicBezTo>
                    <a:pt x="0" y="43"/>
                    <a:pt x="43" y="0"/>
                    <a:pt x="96" y="0"/>
                  </a:cubicBezTo>
                  <a:cubicBezTo>
                    <a:pt x="149" y="0"/>
                    <a:pt x="192" y="43"/>
                    <a:pt x="192" y="9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8" name="Google Shape;808;p12"/>
            <p:cNvSpPr/>
            <p:nvPr/>
          </p:nvSpPr>
          <p:spPr>
            <a:xfrm>
              <a:off x="4264404" y="4616064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09" name="Google Shape;809;p12"/>
            <p:cNvSpPr/>
            <p:nvPr/>
          </p:nvSpPr>
          <p:spPr>
            <a:xfrm>
              <a:off x="4117835" y="4505834"/>
              <a:ext cx="3227" cy="3191"/>
            </a:xfrm>
            <a:custGeom>
              <a:rect b="b" l="l" r="r" t="t"/>
              <a:pathLst>
                <a:path extrusionOk="0" h="381" w="385">
                  <a:moveTo>
                    <a:pt x="193" y="381"/>
                  </a:moveTo>
                  <a:cubicBezTo>
                    <a:pt x="300" y="381"/>
                    <a:pt x="386" y="295"/>
                    <a:pt x="386" y="190"/>
                  </a:cubicBezTo>
                  <a:cubicBezTo>
                    <a:pt x="386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0"/>
                  </a:cubicBezTo>
                  <a:cubicBezTo>
                    <a:pt x="0" y="295"/>
                    <a:pt x="87" y="381"/>
                    <a:pt x="193" y="3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0" name="Google Shape;810;p12"/>
            <p:cNvSpPr/>
            <p:nvPr/>
          </p:nvSpPr>
          <p:spPr>
            <a:xfrm>
              <a:off x="3976140" y="4390400"/>
              <a:ext cx="3227" cy="3182"/>
            </a:xfrm>
            <a:custGeom>
              <a:rect b="b" l="l" r="r" t="t"/>
              <a:pathLst>
                <a:path extrusionOk="0" h="380" w="385">
                  <a:moveTo>
                    <a:pt x="193" y="381"/>
                  </a:moveTo>
                  <a:cubicBezTo>
                    <a:pt x="300" y="381"/>
                    <a:pt x="386" y="295"/>
                    <a:pt x="386" y="190"/>
                  </a:cubicBezTo>
                  <a:cubicBezTo>
                    <a:pt x="386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0"/>
                  </a:cubicBezTo>
                  <a:cubicBezTo>
                    <a:pt x="0" y="295"/>
                    <a:pt x="87" y="381"/>
                    <a:pt x="193" y="3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1" name="Google Shape;811;p12"/>
            <p:cNvSpPr/>
            <p:nvPr/>
          </p:nvSpPr>
          <p:spPr>
            <a:xfrm>
              <a:off x="3839519" y="4269863"/>
              <a:ext cx="2423" cy="2386"/>
            </a:xfrm>
            <a:custGeom>
              <a:rect b="b" l="l" r="r" t="t"/>
              <a:pathLst>
                <a:path extrusionOk="0" h="285" w="289">
                  <a:moveTo>
                    <a:pt x="145" y="286"/>
                  </a:moveTo>
                  <a:cubicBezTo>
                    <a:pt x="225" y="286"/>
                    <a:pt x="290" y="219"/>
                    <a:pt x="290" y="143"/>
                  </a:cubicBezTo>
                  <a:cubicBezTo>
                    <a:pt x="290" y="67"/>
                    <a:pt x="225" y="0"/>
                    <a:pt x="145" y="0"/>
                  </a:cubicBezTo>
                  <a:cubicBezTo>
                    <a:pt x="65" y="0"/>
                    <a:pt x="0" y="67"/>
                    <a:pt x="0" y="143"/>
                  </a:cubicBezTo>
                  <a:cubicBezTo>
                    <a:pt x="0" y="219"/>
                    <a:pt x="65" y="286"/>
                    <a:pt x="145" y="28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2" name="Google Shape;812;p12"/>
            <p:cNvSpPr/>
            <p:nvPr/>
          </p:nvSpPr>
          <p:spPr>
            <a:xfrm>
              <a:off x="3707773" y="4144133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6" y="191"/>
                  </a:moveTo>
                  <a:cubicBezTo>
                    <a:pt x="150" y="191"/>
                    <a:pt x="193" y="143"/>
                    <a:pt x="193" y="86"/>
                  </a:cubicBezTo>
                  <a:cubicBezTo>
                    <a:pt x="193" y="38"/>
                    <a:pt x="150" y="0"/>
                    <a:pt x="96" y="0"/>
                  </a:cubicBezTo>
                  <a:cubicBezTo>
                    <a:pt x="43" y="0"/>
                    <a:pt x="0" y="38"/>
                    <a:pt x="0" y="86"/>
                  </a:cubicBezTo>
                  <a:cubicBezTo>
                    <a:pt x="0" y="143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3" name="Google Shape;813;p12"/>
            <p:cNvSpPr/>
            <p:nvPr/>
          </p:nvSpPr>
          <p:spPr>
            <a:xfrm>
              <a:off x="3580726" y="4012880"/>
              <a:ext cx="1618" cy="1609"/>
            </a:xfrm>
            <a:custGeom>
              <a:rect b="b" l="l" r="r" t="t"/>
              <a:pathLst>
                <a:path extrusionOk="0" h="192" w="193">
                  <a:moveTo>
                    <a:pt x="97" y="192"/>
                  </a:moveTo>
                  <a:cubicBezTo>
                    <a:pt x="150" y="192"/>
                    <a:pt x="193" y="150"/>
                    <a:pt x="193" y="96"/>
                  </a:cubicBezTo>
                  <a:cubicBezTo>
                    <a:pt x="193" y="44"/>
                    <a:pt x="150" y="0"/>
                    <a:pt x="97" y="0"/>
                  </a:cubicBezTo>
                  <a:cubicBezTo>
                    <a:pt x="44" y="0"/>
                    <a:pt x="0" y="44"/>
                    <a:pt x="0" y="96"/>
                  </a:cubicBezTo>
                  <a:cubicBezTo>
                    <a:pt x="0" y="150"/>
                    <a:pt x="44" y="192"/>
                    <a:pt x="97" y="19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4" name="Google Shape;814;p12"/>
            <p:cNvSpPr/>
            <p:nvPr/>
          </p:nvSpPr>
          <p:spPr>
            <a:xfrm>
              <a:off x="3458964" y="3876818"/>
              <a:ext cx="1609" cy="1600"/>
            </a:xfrm>
            <a:custGeom>
              <a:rect b="b" l="l" r="r" t="t"/>
              <a:pathLst>
                <a:path extrusionOk="0" h="191" w="192">
                  <a:moveTo>
                    <a:pt x="96" y="191"/>
                  </a:moveTo>
                  <a:cubicBezTo>
                    <a:pt x="150" y="191"/>
                    <a:pt x="192" y="149"/>
                    <a:pt x="192" y="96"/>
                  </a:cubicBezTo>
                  <a:cubicBezTo>
                    <a:pt x="192" y="43"/>
                    <a:pt x="150" y="0"/>
                    <a:pt x="96" y="0"/>
                  </a:cubicBezTo>
                  <a:cubicBezTo>
                    <a:pt x="43" y="0"/>
                    <a:pt x="0" y="43"/>
                    <a:pt x="0" y="96"/>
                  </a:cubicBezTo>
                  <a:cubicBezTo>
                    <a:pt x="0" y="149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5" name="Google Shape;815;p12"/>
            <p:cNvSpPr/>
            <p:nvPr/>
          </p:nvSpPr>
          <p:spPr>
            <a:xfrm>
              <a:off x="3342671" y="3736119"/>
              <a:ext cx="1618" cy="1600"/>
            </a:xfrm>
            <a:custGeom>
              <a:rect b="b" l="l" r="r" t="t"/>
              <a:pathLst>
                <a:path extrusionOk="0" h="191" w="193">
                  <a:moveTo>
                    <a:pt x="96" y="191"/>
                  </a:moveTo>
                  <a:cubicBezTo>
                    <a:pt x="150" y="191"/>
                    <a:pt x="193" y="149"/>
                    <a:pt x="193" y="95"/>
                  </a:cubicBezTo>
                  <a:cubicBezTo>
                    <a:pt x="193" y="43"/>
                    <a:pt x="150" y="0"/>
                    <a:pt x="96" y="0"/>
                  </a:cubicBezTo>
                  <a:cubicBezTo>
                    <a:pt x="43" y="0"/>
                    <a:pt x="0" y="43"/>
                    <a:pt x="0" y="95"/>
                  </a:cubicBezTo>
                  <a:cubicBezTo>
                    <a:pt x="0" y="149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6" name="Google Shape;816;p12"/>
            <p:cNvSpPr/>
            <p:nvPr/>
          </p:nvSpPr>
          <p:spPr>
            <a:xfrm>
              <a:off x="3231635" y="3590574"/>
              <a:ext cx="2423" cy="2404"/>
            </a:xfrm>
            <a:custGeom>
              <a:rect b="b" l="l" r="r" t="t"/>
              <a:pathLst>
                <a:path extrusionOk="0" h="287" w="289">
                  <a:moveTo>
                    <a:pt x="145" y="288"/>
                  </a:moveTo>
                  <a:cubicBezTo>
                    <a:pt x="225" y="288"/>
                    <a:pt x="290" y="224"/>
                    <a:pt x="290" y="144"/>
                  </a:cubicBezTo>
                  <a:cubicBezTo>
                    <a:pt x="290" y="65"/>
                    <a:pt x="225" y="0"/>
                    <a:pt x="145" y="0"/>
                  </a:cubicBezTo>
                  <a:cubicBezTo>
                    <a:pt x="65" y="0"/>
                    <a:pt x="0" y="65"/>
                    <a:pt x="0" y="144"/>
                  </a:cubicBezTo>
                  <a:cubicBezTo>
                    <a:pt x="0" y="224"/>
                    <a:pt x="65" y="288"/>
                    <a:pt x="145" y="2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7" name="Google Shape;817;p12"/>
            <p:cNvSpPr/>
            <p:nvPr/>
          </p:nvSpPr>
          <p:spPr>
            <a:xfrm>
              <a:off x="3126818" y="3441243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8" name="Google Shape;818;p12"/>
            <p:cNvSpPr/>
            <p:nvPr/>
          </p:nvSpPr>
          <p:spPr>
            <a:xfrm>
              <a:off x="3027980" y="3287935"/>
              <a:ext cx="2432" cy="2404"/>
            </a:xfrm>
            <a:custGeom>
              <a:rect b="b" l="l" r="r" t="t"/>
              <a:pathLst>
                <a:path extrusionOk="0" h="287" w="290">
                  <a:moveTo>
                    <a:pt x="145" y="288"/>
                  </a:moveTo>
                  <a:cubicBezTo>
                    <a:pt x="225" y="288"/>
                    <a:pt x="290" y="224"/>
                    <a:pt x="290" y="144"/>
                  </a:cubicBezTo>
                  <a:cubicBezTo>
                    <a:pt x="290" y="65"/>
                    <a:pt x="225" y="0"/>
                    <a:pt x="145" y="0"/>
                  </a:cubicBezTo>
                  <a:cubicBezTo>
                    <a:pt x="65" y="0"/>
                    <a:pt x="0" y="65"/>
                    <a:pt x="0" y="144"/>
                  </a:cubicBezTo>
                  <a:cubicBezTo>
                    <a:pt x="0" y="224"/>
                    <a:pt x="65" y="288"/>
                    <a:pt x="145" y="2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19" name="Google Shape;819;p12"/>
            <p:cNvSpPr/>
            <p:nvPr/>
          </p:nvSpPr>
          <p:spPr>
            <a:xfrm>
              <a:off x="2935297" y="3130896"/>
              <a:ext cx="2423" cy="2414"/>
            </a:xfrm>
            <a:custGeom>
              <a:rect b="b" l="l" r="r" t="t"/>
              <a:pathLst>
                <a:path extrusionOk="0" h="288" w="289">
                  <a:moveTo>
                    <a:pt x="145" y="289"/>
                  </a:moveTo>
                  <a:cubicBezTo>
                    <a:pt x="225" y="289"/>
                    <a:pt x="290" y="224"/>
                    <a:pt x="290" y="145"/>
                  </a:cubicBezTo>
                  <a:cubicBezTo>
                    <a:pt x="290" y="65"/>
                    <a:pt x="225" y="0"/>
                    <a:pt x="145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24"/>
                    <a:pt x="65" y="289"/>
                    <a:pt x="145" y="2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0" name="Google Shape;820;p12"/>
            <p:cNvSpPr/>
            <p:nvPr/>
          </p:nvSpPr>
          <p:spPr>
            <a:xfrm>
              <a:off x="2848886" y="2970373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1" name="Google Shape;821;p12"/>
            <p:cNvSpPr/>
            <p:nvPr/>
          </p:nvSpPr>
          <p:spPr>
            <a:xfrm>
              <a:off x="2768885" y="2806595"/>
              <a:ext cx="2432" cy="2404"/>
            </a:xfrm>
            <a:custGeom>
              <a:rect b="b" l="l" r="r" t="t"/>
              <a:pathLst>
                <a:path extrusionOk="0" h="287" w="290">
                  <a:moveTo>
                    <a:pt x="146" y="288"/>
                  </a:moveTo>
                  <a:cubicBezTo>
                    <a:pt x="226" y="288"/>
                    <a:pt x="290" y="223"/>
                    <a:pt x="290" y="144"/>
                  </a:cubicBezTo>
                  <a:cubicBezTo>
                    <a:pt x="290" y="64"/>
                    <a:pt x="226" y="0"/>
                    <a:pt x="146" y="0"/>
                  </a:cubicBezTo>
                  <a:cubicBezTo>
                    <a:pt x="66" y="0"/>
                    <a:pt x="0" y="64"/>
                    <a:pt x="0" y="144"/>
                  </a:cubicBezTo>
                  <a:cubicBezTo>
                    <a:pt x="0" y="223"/>
                    <a:pt x="66" y="288"/>
                    <a:pt x="146" y="28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2" name="Google Shape;822;p12"/>
            <p:cNvSpPr/>
            <p:nvPr/>
          </p:nvSpPr>
          <p:spPr>
            <a:xfrm>
              <a:off x="2695422" y="2639817"/>
              <a:ext cx="2423" cy="2414"/>
            </a:xfrm>
            <a:custGeom>
              <a:rect b="b" l="l" r="r" t="t"/>
              <a:pathLst>
                <a:path extrusionOk="0" h="288" w="289">
                  <a:moveTo>
                    <a:pt x="145" y="289"/>
                  </a:moveTo>
                  <a:cubicBezTo>
                    <a:pt x="225" y="289"/>
                    <a:pt x="290" y="224"/>
                    <a:pt x="290" y="145"/>
                  </a:cubicBezTo>
                  <a:cubicBezTo>
                    <a:pt x="290" y="65"/>
                    <a:pt x="225" y="0"/>
                    <a:pt x="145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24"/>
                    <a:pt x="65" y="289"/>
                    <a:pt x="145" y="28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3" name="Google Shape;823;p12"/>
            <p:cNvSpPr/>
            <p:nvPr/>
          </p:nvSpPr>
          <p:spPr>
            <a:xfrm>
              <a:off x="2628205" y="2469922"/>
              <a:ext cx="3227" cy="3209"/>
            </a:xfrm>
            <a:custGeom>
              <a:rect b="b" l="l" r="r" t="t"/>
              <a:pathLst>
                <a:path extrusionOk="0" h="383" w="385">
                  <a:moveTo>
                    <a:pt x="193" y="384"/>
                  </a:moveTo>
                  <a:cubicBezTo>
                    <a:pt x="300" y="384"/>
                    <a:pt x="386" y="298"/>
                    <a:pt x="386" y="191"/>
                  </a:cubicBezTo>
                  <a:cubicBezTo>
                    <a:pt x="386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1"/>
                  </a:cubicBezTo>
                  <a:cubicBezTo>
                    <a:pt x="0" y="298"/>
                    <a:pt x="87" y="384"/>
                    <a:pt x="193" y="3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4" name="Google Shape;824;p12"/>
            <p:cNvSpPr/>
            <p:nvPr/>
          </p:nvSpPr>
          <p:spPr>
            <a:xfrm>
              <a:off x="2567744" y="2297548"/>
              <a:ext cx="4042" cy="4024"/>
            </a:xfrm>
            <a:custGeom>
              <a:rect b="b" l="l" r="r" t="t"/>
              <a:pathLst>
                <a:path extrusionOk="0" h="480" w="483">
                  <a:moveTo>
                    <a:pt x="242" y="480"/>
                  </a:moveTo>
                  <a:cubicBezTo>
                    <a:pt x="375" y="480"/>
                    <a:pt x="484" y="372"/>
                    <a:pt x="484" y="240"/>
                  </a:cubicBezTo>
                  <a:cubicBezTo>
                    <a:pt x="484" y="108"/>
                    <a:pt x="375" y="0"/>
                    <a:pt x="242" y="0"/>
                  </a:cubicBezTo>
                  <a:cubicBezTo>
                    <a:pt x="109" y="0"/>
                    <a:pt x="0" y="108"/>
                    <a:pt x="0" y="240"/>
                  </a:cubicBezTo>
                  <a:cubicBezTo>
                    <a:pt x="0" y="372"/>
                    <a:pt x="109" y="480"/>
                    <a:pt x="242" y="4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5" name="Google Shape;825;p12"/>
            <p:cNvSpPr/>
            <p:nvPr/>
          </p:nvSpPr>
          <p:spPr>
            <a:xfrm>
              <a:off x="2514124" y="2122962"/>
              <a:ext cx="4855" cy="4819"/>
            </a:xfrm>
            <a:custGeom>
              <a:rect b="b" l="l" r="r" t="t"/>
              <a:pathLst>
                <a:path extrusionOk="0" h="575" w="580">
                  <a:moveTo>
                    <a:pt x="291" y="575"/>
                  </a:moveTo>
                  <a:cubicBezTo>
                    <a:pt x="451" y="575"/>
                    <a:pt x="580" y="447"/>
                    <a:pt x="580" y="288"/>
                  </a:cubicBezTo>
                  <a:cubicBezTo>
                    <a:pt x="580" y="129"/>
                    <a:pt x="451" y="0"/>
                    <a:pt x="291" y="0"/>
                  </a:cubicBez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30" y="575"/>
                    <a:pt x="291" y="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6" name="Google Shape;826;p12"/>
            <p:cNvSpPr/>
            <p:nvPr/>
          </p:nvSpPr>
          <p:spPr>
            <a:xfrm>
              <a:off x="2467444" y="1946428"/>
              <a:ext cx="5660" cy="5623"/>
            </a:xfrm>
            <a:custGeom>
              <a:rect b="b" l="l" r="r" t="t"/>
              <a:pathLst>
                <a:path extrusionOk="0" h="671" w="676">
                  <a:moveTo>
                    <a:pt x="338" y="672"/>
                  </a:moveTo>
                  <a:cubicBezTo>
                    <a:pt x="525" y="672"/>
                    <a:pt x="676" y="521"/>
                    <a:pt x="676" y="335"/>
                  </a:cubicBezTo>
                  <a:cubicBezTo>
                    <a:pt x="676" y="150"/>
                    <a:pt x="525" y="0"/>
                    <a:pt x="338" y="0"/>
                  </a:cubicBezTo>
                  <a:cubicBezTo>
                    <a:pt x="151" y="0"/>
                    <a:pt x="0" y="150"/>
                    <a:pt x="0" y="335"/>
                  </a:cubicBezTo>
                  <a:cubicBezTo>
                    <a:pt x="0" y="521"/>
                    <a:pt x="151" y="672"/>
                    <a:pt x="338" y="6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7" name="Google Shape;827;p12"/>
            <p:cNvSpPr/>
            <p:nvPr/>
          </p:nvSpPr>
          <p:spPr>
            <a:xfrm>
              <a:off x="2427759" y="1768221"/>
              <a:ext cx="6447" cy="6447"/>
            </a:xfrm>
            <a:custGeom>
              <a:rect b="b" l="l" r="r" t="t"/>
              <a:pathLst>
                <a:path extrusionOk="0" h="770" w="770">
                  <a:moveTo>
                    <a:pt x="771" y="385"/>
                  </a:moveTo>
                  <a:cubicBezTo>
                    <a:pt x="771" y="598"/>
                    <a:pt x="598" y="771"/>
                    <a:pt x="385" y="771"/>
                  </a:cubicBezTo>
                  <a:cubicBezTo>
                    <a:pt x="172" y="771"/>
                    <a:pt x="0" y="598"/>
                    <a:pt x="0" y="385"/>
                  </a:cubicBezTo>
                  <a:cubicBezTo>
                    <a:pt x="0" y="173"/>
                    <a:pt x="172" y="0"/>
                    <a:pt x="385" y="0"/>
                  </a:cubicBezTo>
                  <a:cubicBezTo>
                    <a:pt x="598" y="0"/>
                    <a:pt x="771" y="173"/>
                    <a:pt x="771" y="38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8" name="Google Shape;828;p12"/>
            <p:cNvSpPr/>
            <p:nvPr/>
          </p:nvSpPr>
          <p:spPr>
            <a:xfrm>
              <a:off x="2395526" y="1589044"/>
              <a:ext cx="6464" cy="6419"/>
            </a:xfrm>
            <a:custGeom>
              <a:rect b="b" l="l" r="r" t="t"/>
              <a:pathLst>
                <a:path extrusionOk="0" h="766" w="772">
                  <a:moveTo>
                    <a:pt x="386" y="767"/>
                  </a:moveTo>
                  <a:cubicBezTo>
                    <a:pt x="599" y="767"/>
                    <a:pt x="772" y="595"/>
                    <a:pt x="772" y="383"/>
                  </a:cubicBezTo>
                  <a:cubicBezTo>
                    <a:pt x="772" y="171"/>
                    <a:pt x="599" y="0"/>
                    <a:pt x="386" y="0"/>
                  </a:cubicBezTo>
                  <a:cubicBezTo>
                    <a:pt x="172" y="0"/>
                    <a:pt x="0" y="171"/>
                    <a:pt x="0" y="383"/>
                  </a:cubicBezTo>
                  <a:cubicBezTo>
                    <a:pt x="0" y="595"/>
                    <a:pt x="172" y="767"/>
                    <a:pt x="386" y="7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29" name="Google Shape;829;p12"/>
            <p:cNvSpPr/>
            <p:nvPr/>
          </p:nvSpPr>
          <p:spPr>
            <a:xfrm>
              <a:off x="2370810" y="1409126"/>
              <a:ext cx="5660" cy="5623"/>
            </a:xfrm>
            <a:custGeom>
              <a:rect b="b" l="l" r="r" t="t"/>
              <a:pathLst>
                <a:path extrusionOk="0" h="671" w="676">
                  <a:moveTo>
                    <a:pt x="338" y="672"/>
                  </a:moveTo>
                  <a:cubicBezTo>
                    <a:pt x="525" y="672"/>
                    <a:pt x="676" y="522"/>
                    <a:pt x="676" y="336"/>
                  </a:cubicBezTo>
                  <a:cubicBezTo>
                    <a:pt x="676" y="150"/>
                    <a:pt x="525" y="0"/>
                    <a:pt x="338" y="0"/>
                  </a:cubicBezTo>
                  <a:cubicBezTo>
                    <a:pt x="151" y="0"/>
                    <a:pt x="0" y="150"/>
                    <a:pt x="0" y="336"/>
                  </a:cubicBezTo>
                  <a:cubicBezTo>
                    <a:pt x="0" y="522"/>
                    <a:pt x="151" y="672"/>
                    <a:pt x="338" y="6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0" name="Google Shape;830;p12"/>
            <p:cNvSpPr/>
            <p:nvPr/>
          </p:nvSpPr>
          <p:spPr>
            <a:xfrm>
              <a:off x="2353244" y="1228395"/>
              <a:ext cx="4855" cy="4818"/>
            </a:xfrm>
            <a:custGeom>
              <a:rect b="b" l="l" r="r" t="t"/>
              <a:pathLst>
                <a:path extrusionOk="0" h="575" w="580">
                  <a:moveTo>
                    <a:pt x="291" y="575"/>
                  </a:moveTo>
                  <a:cubicBezTo>
                    <a:pt x="451" y="575"/>
                    <a:pt x="580" y="447"/>
                    <a:pt x="580" y="288"/>
                  </a:cubicBezTo>
                  <a:cubicBezTo>
                    <a:pt x="580" y="129"/>
                    <a:pt x="451" y="0"/>
                    <a:pt x="291" y="0"/>
                  </a:cubicBez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30" y="575"/>
                    <a:pt x="291" y="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1" name="Google Shape;831;p12"/>
            <p:cNvSpPr/>
            <p:nvPr/>
          </p:nvSpPr>
          <p:spPr>
            <a:xfrm>
              <a:off x="2342866" y="1047079"/>
              <a:ext cx="4032" cy="4024"/>
            </a:xfrm>
            <a:custGeom>
              <a:rect b="b" l="l" r="r" t="t"/>
              <a:pathLst>
                <a:path extrusionOk="0" h="480" w="482">
                  <a:moveTo>
                    <a:pt x="242" y="480"/>
                  </a:moveTo>
                  <a:cubicBezTo>
                    <a:pt x="375" y="480"/>
                    <a:pt x="483" y="372"/>
                    <a:pt x="483" y="240"/>
                  </a:cubicBezTo>
                  <a:cubicBezTo>
                    <a:pt x="483" y="108"/>
                    <a:pt x="375" y="0"/>
                    <a:pt x="242" y="0"/>
                  </a:cubicBezTo>
                  <a:cubicBezTo>
                    <a:pt x="109" y="0"/>
                    <a:pt x="0" y="108"/>
                    <a:pt x="0" y="240"/>
                  </a:cubicBezTo>
                  <a:cubicBezTo>
                    <a:pt x="0" y="372"/>
                    <a:pt x="109" y="480"/>
                    <a:pt x="242" y="4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2" name="Google Shape;832;p12"/>
            <p:cNvSpPr/>
            <p:nvPr/>
          </p:nvSpPr>
          <p:spPr>
            <a:xfrm>
              <a:off x="2339675" y="865488"/>
              <a:ext cx="3236" cy="3209"/>
            </a:xfrm>
            <a:custGeom>
              <a:rect b="b" l="l" r="r" t="t"/>
              <a:pathLst>
                <a:path extrusionOk="0" h="383" w="386">
                  <a:moveTo>
                    <a:pt x="193" y="384"/>
                  </a:moveTo>
                  <a:cubicBezTo>
                    <a:pt x="300" y="384"/>
                    <a:pt x="387" y="298"/>
                    <a:pt x="387" y="192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2"/>
                  </a:cubicBezTo>
                  <a:cubicBezTo>
                    <a:pt x="0" y="298"/>
                    <a:pt x="87" y="384"/>
                    <a:pt x="193" y="3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3" name="Google Shape;833;p12"/>
            <p:cNvSpPr/>
            <p:nvPr/>
          </p:nvSpPr>
          <p:spPr>
            <a:xfrm>
              <a:off x="2342866" y="683111"/>
              <a:ext cx="4032" cy="4024"/>
            </a:xfrm>
            <a:custGeom>
              <a:rect b="b" l="l" r="r" t="t"/>
              <a:pathLst>
                <a:path extrusionOk="0" h="480" w="482">
                  <a:moveTo>
                    <a:pt x="242" y="480"/>
                  </a:moveTo>
                  <a:cubicBezTo>
                    <a:pt x="375" y="480"/>
                    <a:pt x="483" y="372"/>
                    <a:pt x="483" y="240"/>
                  </a:cubicBezTo>
                  <a:cubicBezTo>
                    <a:pt x="483" y="108"/>
                    <a:pt x="375" y="0"/>
                    <a:pt x="242" y="0"/>
                  </a:cubicBezTo>
                  <a:cubicBezTo>
                    <a:pt x="109" y="0"/>
                    <a:pt x="0" y="108"/>
                    <a:pt x="0" y="240"/>
                  </a:cubicBezTo>
                  <a:cubicBezTo>
                    <a:pt x="0" y="372"/>
                    <a:pt x="109" y="480"/>
                    <a:pt x="242" y="48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4" name="Google Shape;834;p12"/>
            <p:cNvSpPr/>
            <p:nvPr/>
          </p:nvSpPr>
          <p:spPr>
            <a:xfrm>
              <a:off x="2352842" y="500597"/>
              <a:ext cx="5660" cy="5623"/>
            </a:xfrm>
            <a:custGeom>
              <a:rect b="b" l="l" r="r" t="t"/>
              <a:pathLst>
                <a:path extrusionOk="0" h="671" w="676">
                  <a:moveTo>
                    <a:pt x="338" y="672"/>
                  </a:moveTo>
                  <a:cubicBezTo>
                    <a:pt x="525" y="672"/>
                    <a:pt x="676" y="521"/>
                    <a:pt x="676" y="335"/>
                  </a:cubicBezTo>
                  <a:cubicBezTo>
                    <a:pt x="676" y="150"/>
                    <a:pt x="525" y="0"/>
                    <a:pt x="338" y="0"/>
                  </a:cubicBezTo>
                  <a:cubicBezTo>
                    <a:pt x="151" y="0"/>
                    <a:pt x="0" y="150"/>
                    <a:pt x="0" y="335"/>
                  </a:cubicBezTo>
                  <a:cubicBezTo>
                    <a:pt x="0" y="521"/>
                    <a:pt x="151" y="672"/>
                    <a:pt x="338" y="6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5" name="Google Shape;835;p12"/>
            <p:cNvSpPr/>
            <p:nvPr/>
          </p:nvSpPr>
          <p:spPr>
            <a:xfrm>
              <a:off x="2370417" y="319034"/>
              <a:ext cx="6447" cy="6447"/>
            </a:xfrm>
            <a:custGeom>
              <a:rect b="b" l="l" r="r" t="t"/>
              <a:pathLst>
                <a:path extrusionOk="0" h="770" w="770">
                  <a:moveTo>
                    <a:pt x="771" y="385"/>
                  </a:moveTo>
                  <a:cubicBezTo>
                    <a:pt x="771" y="598"/>
                    <a:pt x="598" y="771"/>
                    <a:pt x="385" y="771"/>
                  </a:cubicBezTo>
                  <a:cubicBezTo>
                    <a:pt x="172" y="771"/>
                    <a:pt x="0" y="598"/>
                    <a:pt x="0" y="385"/>
                  </a:cubicBezTo>
                  <a:cubicBezTo>
                    <a:pt x="0" y="173"/>
                    <a:pt x="172" y="0"/>
                    <a:pt x="385" y="0"/>
                  </a:cubicBezTo>
                  <a:cubicBezTo>
                    <a:pt x="598" y="0"/>
                    <a:pt x="771" y="172"/>
                    <a:pt x="771" y="38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6" name="Google Shape;836;p12"/>
            <p:cNvSpPr/>
            <p:nvPr/>
          </p:nvSpPr>
          <p:spPr>
            <a:xfrm>
              <a:off x="2394713" y="137937"/>
              <a:ext cx="8093" cy="8027"/>
            </a:xfrm>
            <a:custGeom>
              <a:rect b="b" l="l" r="r" t="t"/>
              <a:pathLst>
                <a:path extrusionOk="0" h="959" w="966">
                  <a:moveTo>
                    <a:pt x="483" y="959"/>
                  </a:moveTo>
                  <a:cubicBezTo>
                    <a:pt x="750" y="959"/>
                    <a:pt x="967" y="745"/>
                    <a:pt x="967" y="480"/>
                  </a:cubicBezTo>
                  <a:cubicBezTo>
                    <a:pt x="967" y="215"/>
                    <a:pt x="750" y="0"/>
                    <a:pt x="483" y="0"/>
                  </a:cubicBezTo>
                  <a:cubicBezTo>
                    <a:pt x="216" y="0"/>
                    <a:pt x="0" y="215"/>
                    <a:pt x="0" y="480"/>
                  </a:cubicBezTo>
                  <a:cubicBezTo>
                    <a:pt x="0" y="745"/>
                    <a:pt x="216" y="959"/>
                    <a:pt x="483" y="95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7" name="Google Shape;837;p12"/>
            <p:cNvSpPr/>
            <p:nvPr/>
          </p:nvSpPr>
          <p:spPr>
            <a:xfrm>
              <a:off x="6686540" y="5634450"/>
              <a:ext cx="4846" cy="4782"/>
            </a:xfrm>
            <a:custGeom>
              <a:rect b="b" l="l" r="r" t="t"/>
              <a:pathLst>
                <a:path extrusionOk="0" h="571" w="579">
                  <a:moveTo>
                    <a:pt x="290" y="572"/>
                  </a:moveTo>
                  <a:cubicBezTo>
                    <a:pt x="450" y="572"/>
                    <a:pt x="579" y="448"/>
                    <a:pt x="579" y="286"/>
                  </a:cubicBezTo>
                  <a:cubicBezTo>
                    <a:pt x="579" y="124"/>
                    <a:pt x="450" y="0"/>
                    <a:pt x="290" y="0"/>
                  </a:cubicBezTo>
                  <a:cubicBezTo>
                    <a:pt x="130" y="0"/>
                    <a:pt x="0" y="124"/>
                    <a:pt x="0" y="286"/>
                  </a:cubicBezTo>
                  <a:cubicBezTo>
                    <a:pt x="0" y="448"/>
                    <a:pt x="130" y="572"/>
                    <a:pt x="290" y="57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8" name="Google Shape;838;p12"/>
            <p:cNvSpPr/>
            <p:nvPr/>
          </p:nvSpPr>
          <p:spPr>
            <a:xfrm>
              <a:off x="6502700" y="5617671"/>
              <a:ext cx="7242" cy="7242"/>
            </a:xfrm>
            <a:custGeom>
              <a:rect b="b" l="l" r="r" t="t"/>
              <a:pathLst>
                <a:path extrusionOk="0" h="865" w="865">
                  <a:moveTo>
                    <a:pt x="866" y="433"/>
                  </a:moveTo>
                  <a:cubicBezTo>
                    <a:pt x="866" y="672"/>
                    <a:pt x="672" y="866"/>
                    <a:pt x="433" y="866"/>
                  </a:cubicBezTo>
                  <a:cubicBezTo>
                    <a:pt x="194" y="866"/>
                    <a:pt x="0" y="672"/>
                    <a:pt x="0" y="433"/>
                  </a:cubicBezTo>
                  <a:cubicBezTo>
                    <a:pt x="0" y="194"/>
                    <a:pt x="194" y="0"/>
                    <a:pt x="433" y="0"/>
                  </a:cubicBezTo>
                  <a:cubicBezTo>
                    <a:pt x="672" y="0"/>
                    <a:pt x="866" y="194"/>
                    <a:pt x="866" y="433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39" name="Google Shape;839;p12"/>
            <p:cNvSpPr/>
            <p:nvPr/>
          </p:nvSpPr>
          <p:spPr>
            <a:xfrm>
              <a:off x="6320369" y="5594802"/>
              <a:ext cx="8082" cy="7973"/>
            </a:xfrm>
            <a:custGeom>
              <a:rect b="b" l="l" r="r" t="t"/>
              <a:pathLst>
                <a:path extrusionOk="0" h="952" w="965">
                  <a:moveTo>
                    <a:pt x="483" y="952"/>
                  </a:moveTo>
                  <a:cubicBezTo>
                    <a:pt x="750" y="952"/>
                    <a:pt x="966" y="743"/>
                    <a:pt x="966" y="476"/>
                  </a:cubicBezTo>
                  <a:cubicBezTo>
                    <a:pt x="966" y="210"/>
                    <a:pt x="750" y="0"/>
                    <a:pt x="483" y="0"/>
                  </a:cubicBezTo>
                  <a:cubicBezTo>
                    <a:pt x="216" y="0"/>
                    <a:pt x="0" y="210"/>
                    <a:pt x="0" y="476"/>
                  </a:cubicBezTo>
                  <a:cubicBezTo>
                    <a:pt x="0" y="743"/>
                    <a:pt x="216" y="952"/>
                    <a:pt x="483" y="95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0" name="Google Shape;840;p12"/>
            <p:cNvSpPr/>
            <p:nvPr/>
          </p:nvSpPr>
          <p:spPr>
            <a:xfrm>
              <a:off x="6139071" y="5565001"/>
              <a:ext cx="8869" cy="8869"/>
            </a:xfrm>
            <a:custGeom>
              <a:rect b="b" l="l" r="r" t="t"/>
              <a:pathLst>
                <a:path extrusionOk="0" h="1059" w="1059">
                  <a:moveTo>
                    <a:pt x="1059" y="530"/>
                  </a:moveTo>
                  <a:cubicBezTo>
                    <a:pt x="1059" y="822"/>
                    <a:pt x="822" y="1059"/>
                    <a:pt x="530" y="1059"/>
                  </a:cubicBezTo>
                  <a:cubicBezTo>
                    <a:pt x="237" y="1059"/>
                    <a:pt x="0" y="822"/>
                    <a:pt x="0" y="530"/>
                  </a:cubicBezTo>
                  <a:cubicBezTo>
                    <a:pt x="0" y="237"/>
                    <a:pt x="237" y="0"/>
                    <a:pt x="530" y="0"/>
                  </a:cubicBezTo>
                  <a:cubicBezTo>
                    <a:pt x="822" y="0"/>
                    <a:pt x="1059" y="237"/>
                    <a:pt x="1059" y="53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1" name="Google Shape;841;p12"/>
            <p:cNvSpPr/>
            <p:nvPr/>
          </p:nvSpPr>
          <p:spPr>
            <a:xfrm>
              <a:off x="5959803" y="5529312"/>
              <a:ext cx="8082" cy="8054"/>
            </a:xfrm>
            <a:custGeom>
              <a:rect b="b" l="l" r="r" t="t"/>
              <a:pathLst>
                <a:path extrusionOk="0" h="962" w="965">
                  <a:moveTo>
                    <a:pt x="483" y="962"/>
                  </a:moveTo>
                  <a:cubicBezTo>
                    <a:pt x="750" y="962"/>
                    <a:pt x="966" y="743"/>
                    <a:pt x="966" y="476"/>
                  </a:cubicBezTo>
                  <a:cubicBezTo>
                    <a:pt x="966" y="219"/>
                    <a:pt x="750" y="0"/>
                    <a:pt x="483" y="0"/>
                  </a:cubicBezTo>
                  <a:cubicBezTo>
                    <a:pt x="216" y="0"/>
                    <a:pt x="0" y="219"/>
                    <a:pt x="0" y="476"/>
                  </a:cubicBezTo>
                  <a:cubicBezTo>
                    <a:pt x="0" y="743"/>
                    <a:pt x="216" y="962"/>
                    <a:pt x="483" y="962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2" name="Google Shape;842;p12"/>
            <p:cNvSpPr/>
            <p:nvPr/>
          </p:nvSpPr>
          <p:spPr>
            <a:xfrm>
              <a:off x="5782052" y="5486793"/>
              <a:ext cx="7278" cy="7251"/>
            </a:xfrm>
            <a:custGeom>
              <a:rect b="b" l="l" r="r" t="t"/>
              <a:pathLst>
                <a:path extrusionOk="0" h="866" w="869">
                  <a:moveTo>
                    <a:pt x="435" y="867"/>
                  </a:moveTo>
                  <a:cubicBezTo>
                    <a:pt x="675" y="867"/>
                    <a:pt x="870" y="667"/>
                    <a:pt x="870" y="429"/>
                  </a:cubicBezTo>
                  <a:cubicBezTo>
                    <a:pt x="870" y="191"/>
                    <a:pt x="675" y="0"/>
                    <a:pt x="435" y="0"/>
                  </a:cubicBezTo>
                  <a:cubicBezTo>
                    <a:pt x="194" y="0"/>
                    <a:pt x="0" y="191"/>
                    <a:pt x="0" y="429"/>
                  </a:cubicBezTo>
                  <a:cubicBezTo>
                    <a:pt x="0" y="667"/>
                    <a:pt x="194" y="867"/>
                    <a:pt x="435" y="867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3" name="Google Shape;843;p12"/>
            <p:cNvSpPr/>
            <p:nvPr/>
          </p:nvSpPr>
          <p:spPr>
            <a:xfrm>
              <a:off x="5606899" y="5438375"/>
              <a:ext cx="4855" cy="4864"/>
            </a:xfrm>
            <a:custGeom>
              <a:rect b="b" l="l" r="r" t="t"/>
              <a:pathLst>
                <a:path extrusionOk="0" h="581" w="580">
                  <a:moveTo>
                    <a:pt x="290" y="581"/>
                  </a:moveTo>
                  <a:cubicBezTo>
                    <a:pt x="451" y="581"/>
                    <a:pt x="580" y="448"/>
                    <a:pt x="580" y="286"/>
                  </a:cubicBezTo>
                  <a:cubicBezTo>
                    <a:pt x="580" y="133"/>
                    <a:pt x="451" y="0"/>
                    <a:pt x="290" y="0"/>
                  </a:cubicBezTo>
                  <a:cubicBezTo>
                    <a:pt x="130" y="0"/>
                    <a:pt x="0" y="133"/>
                    <a:pt x="0" y="286"/>
                  </a:cubicBezTo>
                  <a:cubicBezTo>
                    <a:pt x="0" y="448"/>
                    <a:pt x="130" y="581"/>
                    <a:pt x="290" y="5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4" name="Google Shape;844;p12"/>
            <p:cNvSpPr/>
            <p:nvPr/>
          </p:nvSpPr>
          <p:spPr>
            <a:xfrm>
              <a:off x="5433383" y="5382926"/>
              <a:ext cx="3227" cy="3191"/>
            </a:xfrm>
            <a:custGeom>
              <a:rect b="b" l="l" r="r" t="t"/>
              <a:pathLst>
                <a:path extrusionOk="0" h="381" w="385">
                  <a:moveTo>
                    <a:pt x="192" y="381"/>
                  </a:moveTo>
                  <a:cubicBezTo>
                    <a:pt x="299" y="381"/>
                    <a:pt x="386" y="295"/>
                    <a:pt x="386" y="191"/>
                  </a:cubicBezTo>
                  <a:cubicBezTo>
                    <a:pt x="386" y="86"/>
                    <a:pt x="299" y="0"/>
                    <a:pt x="192" y="0"/>
                  </a:cubicBezTo>
                  <a:cubicBezTo>
                    <a:pt x="86" y="0"/>
                    <a:pt x="0" y="86"/>
                    <a:pt x="0" y="191"/>
                  </a:cubicBezTo>
                  <a:cubicBezTo>
                    <a:pt x="0" y="295"/>
                    <a:pt x="86" y="381"/>
                    <a:pt x="192" y="3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5" name="Google Shape;845;p12"/>
            <p:cNvSpPr/>
            <p:nvPr/>
          </p:nvSpPr>
          <p:spPr>
            <a:xfrm>
              <a:off x="5262125" y="5320948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6" y="191"/>
                  </a:moveTo>
                  <a:cubicBezTo>
                    <a:pt x="150" y="191"/>
                    <a:pt x="193" y="152"/>
                    <a:pt x="193" y="95"/>
                  </a:cubicBezTo>
                  <a:cubicBezTo>
                    <a:pt x="193" y="38"/>
                    <a:pt x="150" y="0"/>
                    <a:pt x="96" y="0"/>
                  </a:cubicBezTo>
                  <a:cubicBezTo>
                    <a:pt x="43" y="0"/>
                    <a:pt x="0" y="38"/>
                    <a:pt x="0" y="95"/>
                  </a:cubicBezTo>
                  <a:cubicBezTo>
                    <a:pt x="0" y="152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6" name="Google Shape;846;p12"/>
            <p:cNvSpPr/>
            <p:nvPr/>
          </p:nvSpPr>
          <p:spPr>
            <a:xfrm>
              <a:off x="5093006" y="5252103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7" name="Google Shape;847;p12"/>
            <p:cNvSpPr/>
            <p:nvPr/>
          </p:nvSpPr>
          <p:spPr>
            <a:xfrm>
              <a:off x="4926256" y="5176473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8" name="Google Shape;848;p12"/>
            <p:cNvSpPr/>
            <p:nvPr/>
          </p:nvSpPr>
          <p:spPr>
            <a:xfrm>
              <a:off x="4762533" y="5094634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49" name="Google Shape;849;p12"/>
            <p:cNvSpPr/>
            <p:nvPr/>
          </p:nvSpPr>
          <p:spPr>
            <a:xfrm>
              <a:off x="4602065" y="5006632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0" name="Google Shape;850;p12"/>
            <p:cNvSpPr/>
            <p:nvPr/>
          </p:nvSpPr>
          <p:spPr>
            <a:xfrm>
              <a:off x="4445090" y="4912595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1" name="Google Shape;851;p12"/>
            <p:cNvSpPr/>
            <p:nvPr/>
          </p:nvSpPr>
          <p:spPr>
            <a:xfrm>
              <a:off x="4291023" y="4811920"/>
              <a:ext cx="2432" cy="2468"/>
            </a:xfrm>
            <a:custGeom>
              <a:rect b="b" l="l" r="r" t="t"/>
              <a:pathLst>
                <a:path extrusionOk="0" h="295" w="290">
                  <a:moveTo>
                    <a:pt x="146" y="295"/>
                  </a:moveTo>
                  <a:cubicBezTo>
                    <a:pt x="226" y="295"/>
                    <a:pt x="291" y="229"/>
                    <a:pt x="291" y="152"/>
                  </a:cubicBezTo>
                  <a:cubicBezTo>
                    <a:pt x="291" y="67"/>
                    <a:pt x="226" y="0"/>
                    <a:pt x="146" y="0"/>
                  </a:cubicBezTo>
                  <a:cubicBezTo>
                    <a:pt x="66" y="0"/>
                    <a:pt x="0" y="67"/>
                    <a:pt x="0" y="152"/>
                  </a:cubicBezTo>
                  <a:cubicBezTo>
                    <a:pt x="0" y="229"/>
                    <a:pt x="66" y="295"/>
                    <a:pt x="146" y="29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2" name="Google Shape;852;p12"/>
            <p:cNvSpPr/>
            <p:nvPr/>
          </p:nvSpPr>
          <p:spPr>
            <a:xfrm>
              <a:off x="4142103" y="4706773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6" y="191"/>
                  </a:moveTo>
                  <a:cubicBezTo>
                    <a:pt x="150" y="191"/>
                    <a:pt x="193" y="152"/>
                    <a:pt x="193" y="95"/>
                  </a:cubicBezTo>
                  <a:cubicBezTo>
                    <a:pt x="193" y="38"/>
                    <a:pt x="150" y="0"/>
                    <a:pt x="96" y="0"/>
                  </a:cubicBezTo>
                  <a:cubicBezTo>
                    <a:pt x="43" y="0"/>
                    <a:pt x="0" y="38"/>
                    <a:pt x="0" y="95"/>
                  </a:cubicBezTo>
                  <a:cubicBezTo>
                    <a:pt x="0" y="152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3" name="Google Shape;853;p12"/>
            <p:cNvSpPr/>
            <p:nvPr/>
          </p:nvSpPr>
          <p:spPr>
            <a:xfrm>
              <a:off x="3996942" y="4595573"/>
              <a:ext cx="1618" cy="1664"/>
            </a:xfrm>
            <a:custGeom>
              <a:rect b="b" l="l" r="r" t="t"/>
              <a:pathLst>
                <a:path extrusionOk="0" h="199" w="193">
                  <a:moveTo>
                    <a:pt x="96" y="200"/>
                  </a:moveTo>
                  <a:cubicBezTo>
                    <a:pt x="150" y="200"/>
                    <a:pt x="193" y="152"/>
                    <a:pt x="193" y="105"/>
                  </a:cubicBezTo>
                  <a:cubicBezTo>
                    <a:pt x="193" y="48"/>
                    <a:pt x="150" y="0"/>
                    <a:pt x="96" y="0"/>
                  </a:cubicBezTo>
                  <a:cubicBezTo>
                    <a:pt x="43" y="0"/>
                    <a:pt x="0" y="48"/>
                    <a:pt x="0" y="105"/>
                  </a:cubicBezTo>
                  <a:cubicBezTo>
                    <a:pt x="0" y="152"/>
                    <a:pt x="43" y="200"/>
                    <a:pt x="96" y="20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4" name="Google Shape;854;p12"/>
            <p:cNvSpPr/>
            <p:nvPr/>
          </p:nvSpPr>
          <p:spPr>
            <a:xfrm>
              <a:off x="3856143" y="4479023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7" y="190"/>
                  </a:moveTo>
                  <a:cubicBezTo>
                    <a:pt x="150" y="190"/>
                    <a:pt x="193" y="152"/>
                    <a:pt x="193" y="105"/>
                  </a:cubicBezTo>
                  <a:cubicBezTo>
                    <a:pt x="193" y="48"/>
                    <a:pt x="150" y="0"/>
                    <a:pt x="97" y="0"/>
                  </a:cubicBezTo>
                  <a:cubicBezTo>
                    <a:pt x="44" y="0"/>
                    <a:pt x="0" y="48"/>
                    <a:pt x="0" y="105"/>
                  </a:cubicBezTo>
                  <a:cubicBezTo>
                    <a:pt x="0" y="152"/>
                    <a:pt x="44" y="190"/>
                    <a:pt x="97" y="1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5" name="Google Shape;855;p12"/>
            <p:cNvSpPr/>
            <p:nvPr/>
          </p:nvSpPr>
          <p:spPr>
            <a:xfrm>
              <a:off x="3719907" y="4357289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7" y="190"/>
                  </a:moveTo>
                  <a:cubicBezTo>
                    <a:pt x="150" y="190"/>
                    <a:pt x="193" y="143"/>
                    <a:pt x="193" y="95"/>
                  </a:cubicBezTo>
                  <a:cubicBezTo>
                    <a:pt x="193" y="38"/>
                    <a:pt x="150" y="0"/>
                    <a:pt x="97" y="0"/>
                  </a:cubicBezTo>
                  <a:cubicBezTo>
                    <a:pt x="44" y="0"/>
                    <a:pt x="0" y="38"/>
                    <a:pt x="0" y="95"/>
                  </a:cubicBezTo>
                  <a:cubicBezTo>
                    <a:pt x="0" y="143"/>
                    <a:pt x="44" y="190"/>
                    <a:pt x="97" y="1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6" name="Google Shape;856;p12"/>
            <p:cNvSpPr/>
            <p:nvPr/>
          </p:nvSpPr>
          <p:spPr>
            <a:xfrm>
              <a:off x="3588855" y="4230764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7" name="Google Shape;857;p12"/>
            <p:cNvSpPr/>
            <p:nvPr/>
          </p:nvSpPr>
          <p:spPr>
            <a:xfrm>
              <a:off x="3462366" y="4099063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8" name="Google Shape;858;p12"/>
            <p:cNvSpPr/>
            <p:nvPr/>
          </p:nvSpPr>
          <p:spPr>
            <a:xfrm>
              <a:off x="3341007" y="3962634"/>
              <a:ext cx="813" cy="804"/>
            </a:xfrm>
            <a:custGeom>
              <a:rect b="b" l="l" r="r" t="t"/>
              <a:pathLst>
                <a:path extrusionOk="0" h="96" w="97">
                  <a:moveTo>
                    <a:pt x="49" y="96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59" name="Google Shape;859;p12"/>
            <p:cNvSpPr/>
            <p:nvPr/>
          </p:nvSpPr>
          <p:spPr>
            <a:xfrm>
              <a:off x="3224969" y="3821725"/>
              <a:ext cx="813" cy="804"/>
            </a:xfrm>
            <a:custGeom>
              <a:rect b="b" l="l" r="r" t="t"/>
              <a:pathLst>
                <a:path extrusionOk="0" h="96" w="97">
                  <a:moveTo>
                    <a:pt x="49" y="96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0" name="Google Shape;860;p12"/>
            <p:cNvSpPr/>
            <p:nvPr/>
          </p:nvSpPr>
          <p:spPr>
            <a:xfrm>
              <a:off x="3114418" y="3676537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1" name="Google Shape;861;p12"/>
            <p:cNvSpPr/>
            <p:nvPr/>
          </p:nvSpPr>
          <p:spPr>
            <a:xfrm>
              <a:off x="3009519" y="3527252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2" name="Google Shape;862;p12"/>
            <p:cNvSpPr/>
            <p:nvPr/>
          </p:nvSpPr>
          <p:spPr>
            <a:xfrm>
              <a:off x="2910407" y="3374126"/>
              <a:ext cx="813" cy="804"/>
            </a:xfrm>
            <a:custGeom>
              <a:rect b="b" l="l" r="r" t="t"/>
              <a:pathLst>
                <a:path extrusionOk="0" h="96" w="97">
                  <a:moveTo>
                    <a:pt x="49" y="96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3" name="Google Shape;863;p12"/>
            <p:cNvSpPr/>
            <p:nvPr/>
          </p:nvSpPr>
          <p:spPr>
            <a:xfrm>
              <a:off x="2817248" y="3217371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4" name="Google Shape;864;p12"/>
            <p:cNvSpPr/>
            <p:nvPr/>
          </p:nvSpPr>
          <p:spPr>
            <a:xfrm>
              <a:off x="2574721" y="2727545"/>
              <a:ext cx="804" cy="804"/>
            </a:xfrm>
            <a:custGeom>
              <a:rect b="b" l="l" r="r" t="t"/>
              <a:pathLst>
                <a:path extrusionOk="0" h="96" w="96">
                  <a:moveTo>
                    <a:pt x="49" y="96"/>
                  </a:moveTo>
                  <a:lnTo>
                    <a:pt x="96" y="49"/>
                  </a:lnTo>
                  <a:lnTo>
                    <a:pt x="49" y="0"/>
                  </a:lnTo>
                  <a:lnTo>
                    <a:pt x="0" y="49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5" name="Google Shape;865;p12"/>
            <p:cNvSpPr/>
            <p:nvPr/>
          </p:nvSpPr>
          <p:spPr>
            <a:xfrm>
              <a:off x="2506599" y="2558564"/>
              <a:ext cx="804" cy="804"/>
            </a:xfrm>
            <a:custGeom>
              <a:rect b="b" l="l" r="r" t="t"/>
              <a:pathLst>
                <a:path extrusionOk="0" h="96" w="96">
                  <a:moveTo>
                    <a:pt x="48" y="96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6" name="Google Shape;866;p12"/>
            <p:cNvSpPr/>
            <p:nvPr/>
          </p:nvSpPr>
          <p:spPr>
            <a:xfrm>
              <a:off x="2444584" y="2386721"/>
              <a:ext cx="1618" cy="1600"/>
            </a:xfrm>
            <a:custGeom>
              <a:rect b="b" l="l" r="r" t="t"/>
              <a:pathLst>
                <a:path extrusionOk="0" h="191" w="193">
                  <a:moveTo>
                    <a:pt x="96" y="191"/>
                  </a:moveTo>
                  <a:cubicBezTo>
                    <a:pt x="150" y="191"/>
                    <a:pt x="193" y="149"/>
                    <a:pt x="193" y="96"/>
                  </a:cubicBezTo>
                  <a:cubicBezTo>
                    <a:pt x="193" y="43"/>
                    <a:pt x="150" y="0"/>
                    <a:pt x="96" y="0"/>
                  </a:cubicBezTo>
                  <a:cubicBezTo>
                    <a:pt x="43" y="0"/>
                    <a:pt x="0" y="43"/>
                    <a:pt x="0" y="96"/>
                  </a:cubicBezTo>
                  <a:cubicBezTo>
                    <a:pt x="0" y="149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7" name="Google Shape;867;p12"/>
            <p:cNvSpPr/>
            <p:nvPr/>
          </p:nvSpPr>
          <p:spPr>
            <a:xfrm>
              <a:off x="2389199" y="2212674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8" name="Google Shape;868;p12"/>
            <p:cNvSpPr/>
            <p:nvPr/>
          </p:nvSpPr>
          <p:spPr>
            <a:xfrm>
              <a:off x="2340918" y="2037082"/>
              <a:ext cx="2414" cy="2414"/>
            </a:xfrm>
            <a:custGeom>
              <a:rect b="b" l="l" r="r" t="t"/>
              <a:pathLst>
                <a:path extrusionOk="0" h="288" w="288">
                  <a:moveTo>
                    <a:pt x="289" y="144"/>
                  </a:moveTo>
                  <a:cubicBezTo>
                    <a:pt x="289" y="224"/>
                    <a:pt x="224" y="289"/>
                    <a:pt x="144" y="289"/>
                  </a:cubicBezTo>
                  <a:cubicBezTo>
                    <a:pt x="65" y="289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9" y="65"/>
                    <a:pt x="289" y="14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69" name="Google Shape;869;p12"/>
            <p:cNvSpPr/>
            <p:nvPr/>
          </p:nvSpPr>
          <p:spPr>
            <a:xfrm>
              <a:off x="2298984" y="1859386"/>
              <a:ext cx="3236" cy="3209"/>
            </a:xfrm>
            <a:custGeom>
              <a:rect b="b" l="l" r="r" t="t"/>
              <a:pathLst>
                <a:path extrusionOk="0" h="383" w="386">
                  <a:moveTo>
                    <a:pt x="193" y="384"/>
                  </a:moveTo>
                  <a:cubicBezTo>
                    <a:pt x="300" y="384"/>
                    <a:pt x="387" y="298"/>
                    <a:pt x="387" y="192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2"/>
                  </a:cubicBezTo>
                  <a:cubicBezTo>
                    <a:pt x="0" y="298"/>
                    <a:pt x="87" y="384"/>
                    <a:pt x="193" y="3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0" name="Google Shape;870;p12"/>
            <p:cNvSpPr/>
            <p:nvPr/>
          </p:nvSpPr>
          <p:spPr>
            <a:xfrm>
              <a:off x="2264283" y="1680658"/>
              <a:ext cx="3236" cy="3209"/>
            </a:xfrm>
            <a:custGeom>
              <a:rect b="b" l="l" r="r" t="t"/>
              <a:pathLst>
                <a:path extrusionOk="0" h="383" w="386">
                  <a:moveTo>
                    <a:pt x="193" y="384"/>
                  </a:moveTo>
                  <a:cubicBezTo>
                    <a:pt x="300" y="384"/>
                    <a:pt x="387" y="297"/>
                    <a:pt x="387" y="191"/>
                  </a:cubicBezTo>
                  <a:cubicBezTo>
                    <a:pt x="387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1"/>
                  </a:cubicBezTo>
                  <a:cubicBezTo>
                    <a:pt x="0" y="297"/>
                    <a:pt x="87" y="384"/>
                    <a:pt x="193" y="384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1" name="Google Shape;871;p12"/>
            <p:cNvSpPr/>
            <p:nvPr/>
          </p:nvSpPr>
          <p:spPr>
            <a:xfrm>
              <a:off x="2236082" y="229852"/>
              <a:ext cx="4032" cy="4014"/>
            </a:xfrm>
            <a:custGeom>
              <a:rect b="b" l="l" r="r" t="t"/>
              <a:pathLst>
                <a:path extrusionOk="0" h="479" w="482">
                  <a:moveTo>
                    <a:pt x="242" y="479"/>
                  </a:moveTo>
                  <a:cubicBezTo>
                    <a:pt x="375" y="479"/>
                    <a:pt x="483" y="372"/>
                    <a:pt x="483" y="240"/>
                  </a:cubicBezTo>
                  <a:cubicBezTo>
                    <a:pt x="483" y="108"/>
                    <a:pt x="375" y="0"/>
                    <a:pt x="242" y="0"/>
                  </a:cubicBezTo>
                  <a:cubicBezTo>
                    <a:pt x="108" y="0"/>
                    <a:pt x="0" y="108"/>
                    <a:pt x="0" y="240"/>
                  </a:cubicBezTo>
                  <a:cubicBezTo>
                    <a:pt x="0" y="372"/>
                    <a:pt x="108" y="479"/>
                    <a:pt x="242" y="479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2" name="Google Shape;872;p12"/>
            <p:cNvSpPr/>
            <p:nvPr/>
          </p:nvSpPr>
          <p:spPr>
            <a:xfrm>
              <a:off x="2263487" y="49542"/>
              <a:ext cx="4846" cy="4819"/>
            </a:xfrm>
            <a:custGeom>
              <a:rect b="b" l="l" r="r" t="t"/>
              <a:pathLst>
                <a:path extrusionOk="0" h="575" w="579">
                  <a:moveTo>
                    <a:pt x="290" y="575"/>
                  </a:moveTo>
                  <a:cubicBezTo>
                    <a:pt x="450" y="575"/>
                    <a:pt x="579" y="447"/>
                    <a:pt x="579" y="288"/>
                  </a:cubicBezTo>
                  <a:cubicBezTo>
                    <a:pt x="579" y="129"/>
                    <a:pt x="450" y="0"/>
                    <a:pt x="290" y="0"/>
                  </a:cubicBezTo>
                  <a:cubicBezTo>
                    <a:pt x="130" y="0"/>
                    <a:pt x="0" y="129"/>
                    <a:pt x="0" y="288"/>
                  </a:cubicBezTo>
                  <a:cubicBezTo>
                    <a:pt x="0" y="447"/>
                    <a:pt x="130" y="575"/>
                    <a:pt x="290" y="575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3" name="Google Shape;873;p12"/>
            <p:cNvSpPr/>
            <p:nvPr/>
          </p:nvSpPr>
          <p:spPr>
            <a:xfrm>
              <a:off x="5827352" y="5648888"/>
              <a:ext cx="4032" cy="3986"/>
            </a:xfrm>
            <a:custGeom>
              <a:rect b="b" l="l" r="r" t="t"/>
              <a:pathLst>
                <a:path extrusionOk="0" h="476" w="482">
                  <a:moveTo>
                    <a:pt x="242" y="476"/>
                  </a:moveTo>
                  <a:cubicBezTo>
                    <a:pt x="375" y="476"/>
                    <a:pt x="483" y="371"/>
                    <a:pt x="483" y="238"/>
                  </a:cubicBezTo>
                  <a:cubicBezTo>
                    <a:pt x="483" y="105"/>
                    <a:pt x="375" y="0"/>
                    <a:pt x="242" y="0"/>
                  </a:cubicBezTo>
                  <a:cubicBezTo>
                    <a:pt x="109" y="0"/>
                    <a:pt x="0" y="105"/>
                    <a:pt x="0" y="238"/>
                  </a:cubicBezTo>
                  <a:cubicBezTo>
                    <a:pt x="0" y="371"/>
                    <a:pt x="109" y="476"/>
                    <a:pt x="242" y="476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4" name="Google Shape;874;p12"/>
            <p:cNvSpPr/>
            <p:nvPr/>
          </p:nvSpPr>
          <p:spPr>
            <a:xfrm>
              <a:off x="5650543" y="5602702"/>
              <a:ext cx="3227" cy="3191"/>
            </a:xfrm>
            <a:custGeom>
              <a:rect b="b" l="l" r="r" t="t"/>
              <a:pathLst>
                <a:path extrusionOk="0" h="381" w="385">
                  <a:moveTo>
                    <a:pt x="193" y="381"/>
                  </a:moveTo>
                  <a:cubicBezTo>
                    <a:pt x="300" y="381"/>
                    <a:pt x="386" y="295"/>
                    <a:pt x="386" y="190"/>
                  </a:cubicBezTo>
                  <a:cubicBezTo>
                    <a:pt x="386" y="86"/>
                    <a:pt x="300" y="0"/>
                    <a:pt x="193" y="0"/>
                  </a:cubicBezTo>
                  <a:cubicBezTo>
                    <a:pt x="87" y="0"/>
                    <a:pt x="0" y="86"/>
                    <a:pt x="0" y="190"/>
                  </a:cubicBezTo>
                  <a:cubicBezTo>
                    <a:pt x="0" y="295"/>
                    <a:pt x="87" y="381"/>
                    <a:pt x="193" y="38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5" name="Google Shape;875;p12"/>
            <p:cNvSpPr/>
            <p:nvPr/>
          </p:nvSpPr>
          <p:spPr>
            <a:xfrm>
              <a:off x="5476003" y="5550453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7" y="190"/>
                  </a:moveTo>
                  <a:cubicBezTo>
                    <a:pt x="150" y="190"/>
                    <a:pt x="193" y="152"/>
                    <a:pt x="193" y="95"/>
                  </a:cubicBezTo>
                  <a:cubicBezTo>
                    <a:pt x="193" y="48"/>
                    <a:pt x="150" y="0"/>
                    <a:pt x="97" y="0"/>
                  </a:cubicBezTo>
                  <a:cubicBezTo>
                    <a:pt x="44" y="0"/>
                    <a:pt x="0" y="48"/>
                    <a:pt x="0" y="95"/>
                  </a:cubicBezTo>
                  <a:cubicBezTo>
                    <a:pt x="0" y="152"/>
                    <a:pt x="44" y="190"/>
                    <a:pt x="97" y="190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6" name="Google Shape;876;p12"/>
            <p:cNvSpPr/>
            <p:nvPr/>
          </p:nvSpPr>
          <p:spPr>
            <a:xfrm>
              <a:off x="5303135" y="5491420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7" name="Google Shape;877;p12"/>
            <p:cNvSpPr/>
            <p:nvPr/>
          </p:nvSpPr>
          <p:spPr>
            <a:xfrm>
              <a:off x="5132207" y="5425683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8" name="Google Shape;878;p12"/>
            <p:cNvSpPr/>
            <p:nvPr/>
          </p:nvSpPr>
          <p:spPr>
            <a:xfrm>
              <a:off x="4963838" y="5353656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79" name="Google Shape;879;p12"/>
            <p:cNvSpPr/>
            <p:nvPr/>
          </p:nvSpPr>
          <p:spPr>
            <a:xfrm>
              <a:off x="4798259" y="5275557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0" name="Google Shape;880;p12"/>
            <p:cNvSpPr/>
            <p:nvPr/>
          </p:nvSpPr>
          <p:spPr>
            <a:xfrm>
              <a:off x="4635706" y="5191478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1" name="Google Shape;881;p12"/>
            <p:cNvSpPr/>
            <p:nvPr/>
          </p:nvSpPr>
          <p:spPr>
            <a:xfrm>
              <a:off x="4476399" y="5101410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2" name="Google Shape;882;p12"/>
            <p:cNvSpPr/>
            <p:nvPr/>
          </p:nvSpPr>
          <p:spPr>
            <a:xfrm>
              <a:off x="4320540" y="5005608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3" name="Google Shape;883;p12"/>
            <p:cNvSpPr/>
            <p:nvPr/>
          </p:nvSpPr>
          <p:spPr>
            <a:xfrm>
              <a:off x="4168356" y="4904137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4" name="Google Shape;884;p12"/>
            <p:cNvSpPr/>
            <p:nvPr/>
          </p:nvSpPr>
          <p:spPr>
            <a:xfrm>
              <a:off x="4019647" y="4796677"/>
              <a:ext cx="1618" cy="1591"/>
            </a:xfrm>
            <a:custGeom>
              <a:rect b="b" l="l" r="r" t="t"/>
              <a:pathLst>
                <a:path extrusionOk="0" h="190" w="193">
                  <a:moveTo>
                    <a:pt x="96" y="191"/>
                  </a:moveTo>
                  <a:cubicBezTo>
                    <a:pt x="150" y="191"/>
                    <a:pt x="193" y="152"/>
                    <a:pt x="193" y="95"/>
                  </a:cubicBezTo>
                  <a:cubicBezTo>
                    <a:pt x="193" y="48"/>
                    <a:pt x="150" y="0"/>
                    <a:pt x="96" y="0"/>
                  </a:cubicBezTo>
                  <a:cubicBezTo>
                    <a:pt x="43" y="0"/>
                    <a:pt x="0" y="48"/>
                    <a:pt x="0" y="95"/>
                  </a:cubicBezTo>
                  <a:cubicBezTo>
                    <a:pt x="0" y="152"/>
                    <a:pt x="43" y="191"/>
                    <a:pt x="96" y="191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5" name="Google Shape;885;p12"/>
            <p:cNvSpPr/>
            <p:nvPr/>
          </p:nvSpPr>
          <p:spPr>
            <a:xfrm>
              <a:off x="3875839" y="4684754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6" name="Google Shape;886;p12"/>
            <p:cNvSpPr/>
            <p:nvPr/>
          </p:nvSpPr>
          <p:spPr>
            <a:xfrm>
              <a:off x="3735900" y="4567171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7" name="Google Shape;887;p12"/>
            <p:cNvSpPr/>
            <p:nvPr/>
          </p:nvSpPr>
          <p:spPr>
            <a:xfrm>
              <a:off x="3600431" y="4444560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8" name="Google Shape;888;p12"/>
            <p:cNvSpPr/>
            <p:nvPr/>
          </p:nvSpPr>
          <p:spPr>
            <a:xfrm>
              <a:off x="2996388" y="3761677"/>
              <a:ext cx="813" cy="804"/>
            </a:xfrm>
            <a:custGeom>
              <a:rect b="b" l="l" r="r" t="t"/>
              <a:pathLst>
                <a:path extrusionOk="0" h="96" w="97">
                  <a:moveTo>
                    <a:pt x="48" y="96"/>
                  </a:moveTo>
                  <a:lnTo>
                    <a:pt x="97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89" name="Google Shape;889;p12"/>
            <p:cNvSpPr/>
            <p:nvPr/>
          </p:nvSpPr>
          <p:spPr>
            <a:xfrm>
              <a:off x="2891396" y="3612456"/>
              <a:ext cx="813" cy="804"/>
            </a:xfrm>
            <a:custGeom>
              <a:rect b="b" l="l" r="r" t="t"/>
              <a:pathLst>
                <a:path extrusionOk="0" h="96" w="97">
                  <a:moveTo>
                    <a:pt x="49" y="96"/>
                  </a:moveTo>
                  <a:lnTo>
                    <a:pt x="97" y="49"/>
                  </a:lnTo>
                  <a:lnTo>
                    <a:pt x="49" y="0"/>
                  </a:lnTo>
                  <a:lnTo>
                    <a:pt x="0" y="49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0" name="Google Shape;890;p12"/>
            <p:cNvSpPr/>
            <p:nvPr/>
          </p:nvSpPr>
          <p:spPr>
            <a:xfrm>
              <a:off x="2321003" y="2474969"/>
              <a:ext cx="813" cy="804"/>
            </a:xfrm>
            <a:custGeom>
              <a:rect b="b" l="l" r="r" t="t"/>
              <a:pathLst>
                <a:path extrusionOk="0" h="96" w="97">
                  <a:moveTo>
                    <a:pt x="49" y="96"/>
                  </a:moveTo>
                  <a:lnTo>
                    <a:pt x="97" y="49"/>
                  </a:lnTo>
                  <a:lnTo>
                    <a:pt x="49" y="0"/>
                  </a:lnTo>
                  <a:lnTo>
                    <a:pt x="0" y="49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1" name="Google Shape;891;p12"/>
            <p:cNvSpPr/>
            <p:nvPr/>
          </p:nvSpPr>
          <p:spPr>
            <a:xfrm>
              <a:off x="2264356" y="2301855"/>
              <a:ext cx="813" cy="804"/>
            </a:xfrm>
            <a:custGeom>
              <a:rect b="b" l="l" r="r" t="t"/>
              <a:pathLst>
                <a:path extrusionOk="0" h="96" w="97">
                  <a:moveTo>
                    <a:pt x="49" y="96"/>
                  </a:moveTo>
                  <a:lnTo>
                    <a:pt x="97" y="49"/>
                  </a:lnTo>
                  <a:lnTo>
                    <a:pt x="49" y="0"/>
                  </a:lnTo>
                  <a:lnTo>
                    <a:pt x="0" y="49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2" name="Google Shape;892;p12"/>
            <p:cNvSpPr/>
            <p:nvPr/>
          </p:nvSpPr>
          <p:spPr>
            <a:xfrm>
              <a:off x="5172221" y="5597280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3" name="Google Shape;893;p12"/>
            <p:cNvSpPr/>
            <p:nvPr/>
          </p:nvSpPr>
          <p:spPr>
            <a:xfrm>
              <a:off x="4509281" y="5287518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4" name="Google Shape;894;p12"/>
            <p:cNvSpPr/>
            <p:nvPr/>
          </p:nvSpPr>
          <p:spPr>
            <a:xfrm>
              <a:off x="4351090" y="5195620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5" name="Google Shape;895;p12"/>
            <p:cNvSpPr/>
            <p:nvPr/>
          </p:nvSpPr>
          <p:spPr>
            <a:xfrm>
              <a:off x="4196309" y="5098063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6" name="Google Shape;896;p12"/>
            <p:cNvSpPr/>
            <p:nvPr/>
          </p:nvSpPr>
          <p:spPr>
            <a:xfrm>
              <a:off x="4045159" y="4995074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7" name="Google Shape;897;p12"/>
            <p:cNvSpPr/>
            <p:nvPr/>
          </p:nvSpPr>
          <p:spPr>
            <a:xfrm>
              <a:off x="3897831" y="4886736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8" name="Google Shape;898;p12"/>
            <p:cNvSpPr/>
            <p:nvPr/>
          </p:nvSpPr>
          <p:spPr>
            <a:xfrm>
              <a:off x="3754517" y="4773222"/>
              <a:ext cx="804" cy="804"/>
            </a:xfrm>
            <a:custGeom>
              <a:rect b="b" l="l" r="r" t="t"/>
              <a:pathLst>
                <a:path extrusionOk="0" h="96" w="96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1"/>
                    <a:pt x="22" y="0"/>
                    <a:pt x="48" y="0"/>
                  </a:cubicBezTo>
                  <a:cubicBezTo>
                    <a:pt x="75" y="0"/>
                    <a:pt x="96" y="21"/>
                    <a:pt x="96" y="48"/>
                  </a:cubicBez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899" name="Google Shape;899;p12"/>
            <p:cNvSpPr/>
            <p:nvPr/>
          </p:nvSpPr>
          <p:spPr>
            <a:xfrm>
              <a:off x="3480645" y="4531354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0" name="Google Shape;900;p12"/>
            <p:cNvSpPr/>
            <p:nvPr/>
          </p:nvSpPr>
          <p:spPr>
            <a:xfrm>
              <a:off x="3350434" y="4403238"/>
              <a:ext cx="804" cy="713"/>
            </a:xfrm>
            <a:custGeom>
              <a:rect b="b" l="l" r="r" t="t"/>
              <a:pathLst>
                <a:path extrusionOk="0" h="85" w="96">
                  <a:moveTo>
                    <a:pt x="49" y="86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8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1" name="Google Shape;901;p12"/>
            <p:cNvSpPr/>
            <p:nvPr/>
          </p:nvSpPr>
          <p:spPr>
            <a:xfrm>
              <a:off x="3224951" y="4270494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2" name="Google Shape;902;p12"/>
            <p:cNvSpPr/>
            <p:nvPr/>
          </p:nvSpPr>
          <p:spPr>
            <a:xfrm>
              <a:off x="3104351" y="4133444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3" name="Google Shape;903;p12"/>
            <p:cNvSpPr/>
            <p:nvPr/>
          </p:nvSpPr>
          <p:spPr>
            <a:xfrm>
              <a:off x="2988771" y="3992133"/>
              <a:ext cx="804" cy="804"/>
            </a:xfrm>
            <a:custGeom>
              <a:rect b="b" l="l" r="r" t="t"/>
              <a:pathLst>
                <a:path extrusionOk="0" h="96" w="96">
                  <a:moveTo>
                    <a:pt x="49" y="96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4" name="Google Shape;904;p12"/>
            <p:cNvSpPr/>
            <p:nvPr/>
          </p:nvSpPr>
          <p:spPr>
            <a:xfrm>
              <a:off x="2878375" y="3846825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5" name="Google Shape;905;p12"/>
            <p:cNvSpPr/>
            <p:nvPr/>
          </p:nvSpPr>
          <p:spPr>
            <a:xfrm>
              <a:off x="4226109" y="5289200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6" name="Google Shape;906;p12"/>
            <p:cNvSpPr/>
            <p:nvPr/>
          </p:nvSpPr>
          <p:spPr>
            <a:xfrm>
              <a:off x="3922218" y="5085700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7" name="Google Shape;907;p12"/>
            <p:cNvSpPr/>
            <p:nvPr/>
          </p:nvSpPr>
          <p:spPr>
            <a:xfrm>
              <a:off x="3775813" y="4976164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38"/>
                  </a:lnTo>
                  <a:lnTo>
                    <a:pt x="48" y="0"/>
                  </a:lnTo>
                  <a:lnTo>
                    <a:pt x="0" y="3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8" name="Google Shape;908;p12"/>
            <p:cNvSpPr/>
            <p:nvPr/>
          </p:nvSpPr>
          <p:spPr>
            <a:xfrm>
              <a:off x="3360941" y="4617994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8" y="95"/>
                  </a:moveTo>
                  <a:lnTo>
                    <a:pt x="96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09" name="Google Shape;909;p12"/>
            <p:cNvSpPr/>
            <p:nvPr/>
          </p:nvSpPr>
          <p:spPr>
            <a:xfrm>
              <a:off x="3231315" y="4489310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0" name="Google Shape;910;p12"/>
            <p:cNvSpPr/>
            <p:nvPr/>
          </p:nvSpPr>
          <p:spPr>
            <a:xfrm>
              <a:off x="3106299" y="4356174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1" name="Google Shape;911;p12"/>
            <p:cNvSpPr/>
            <p:nvPr/>
          </p:nvSpPr>
          <p:spPr>
            <a:xfrm>
              <a:off x="2986028" y="4218803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2" name="Google Shape;912;p12"/>
            <p:cNvSpPr/>
            <p:nvPr/>
          </p:nvSpPr>
          <p:spPr>
            <a:xfrm>
              <a:off x="2870676" y="4077364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8" y="95"/>
                  </a:moveTo>
                  <a:lnTo>
                    <a:pt x="97" y="48"/>
                  </a:lnTo>
                  <a:lnTo>
                    <a:pt x="48" y="0"/>
                  </a:lnTo>
                  <a:lnTo>
                    <a:pt x="0" y="48"/>
                  </a:lnTo>
                  <a:lnTo>
                    <a:pt x="48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3" name="Google Shape;913;p12"/>
            <p:cNvSpPr/>
            <p:nvPr/>
          </p:nvSpPr>
          <p:spPr>
            <a:xfrm>
              <a:off x="2760354" y="3931965"/>
              <a:ext cx="804" cy="804"/>
            </a:xfrm>
            <a:custGeom>
              <a:rect b="b" l="l" r="r" t="t"/>
              <a:pathLst>
                <a:path extrusionOk="0" h="96" w="96">
                  <a:moveTo>
                    <a:pt x="49" y="96"/>
                  </a:moveTo>
                  <a:lnTo>
                    <a:pt x="96" y="49"/>
                  </a:lnTo>
                  <a:lnTo>
                    <a:pt x="49" y="0"/>
                  </a:lnTo>
                  <a:lnTo>
                    <a:pt x="0" y="49"/>
                  </a:lnTo>
                  <a:lnTo>
                    <a:pt x="49" y="96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4" name="Google Shape;914;p12"/>
            <p:cNvSpPr/>
            <p:nvPr/>
          </p:nvSpPr>
          <p:spPr>
            <a:xfrm>
              <a:off x="4101458" y="5382368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5" name="Google Shape;915;p12"/>
            <p:cNvSpPr/>
            <p:nvPr/>
          </p:nvSpPr>
          <p:spPr>
            <a:xfrm>
              <a:off x="3374739" y="4829458"/>
              <a:ext cx="813" cy="795"/>
            </a:xfrm>
            <a:custGeom>
              <a:rect b="b" l="l" r="r" t="t"/>
              <a:pathLst>
                <a:path extrusionOk="0" h="95" w="97">
                  <a:moveTo>
                    <a:pt x="49" y="9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6" name="Google Shape;916;p12"/>
            <p:cNvSpPr/>
            <p:nvPr/>
          </p:nvSpPr>
          <p:spPr>
            <a:xfrm>
              <a:off x="2867741" y="4304153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7" name="Google Shape;917;p12"/>
            <p:cNvSpPr/>
            <p:nvPr/>
          </p:nvSpPr>
          <p:spPr>
            <a:xfrm>
              <a:off x="2752581" y="4162559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8" name="Google Shape;918;p12"/>
            <p:cNvSpPr/>
            <p:nvPr/>
          </p:nvSpPr>
          <p:spPr>
            <a:xfrm>
              <a:off x="3977100" y="5474988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19" name="Google Shape;919;p12"/>
            <p:cNvSpPr/>
            <p:nvPr/>
          </p:nvSpPr>
          <p:spPr>
            <a:xfrm>
              <a:off x="3391500" y="5037676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20" name="Google Shape;920;p12"/>
            <p:cNvSpPr/>
            <p:nvPr/>
          </p:nvSpPr>
          <p:spPr>
            <a:xfrm>
              <a:off x="3702158" y="5463814"/>
              <a:ext cx="813" cy="868"/>
            </a:xfrm>
            <a:custGeom>
              <a:rect b="b" l="l" r="r" t="t"/>
              <a:pathLst>
                <a:path extrusionOk="0" h="104" w="97">
                  <a:moveTo>
                    <a:pt x="49" y="105"/>
                  </a:moveTo>
                  <a:lnTo>
                    <a:pt x="97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10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21" name="Google Shape;921;p12"/>
            <p:cNvSpPr/>
            <p:nvPr/>
          </p:nvSpPr>
          <p:spPr>
            <a:xfrm>
              <a:off x="3554730" y="5355640"/>
              <a:ext cx="804" cy="868"/>
            </a:xfrm>
            <a:custGeom>
              <a:rect b="b" l="l" r="r" t="t"/>
              <a:pathLst>
                <a:path extrusionOk="0" h="104" w="96">
                  <a:moveTo>
                    <a:pt x="49" y="10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10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922" name="Google Shape;922;p12"/>
            <p:cNvSpPr/>
            <p:nvPr/>
          </p:nvSpPr>
          <p:spPr>
            <a:xfrm>
              <a:off x="3410876" y="5242849"/>
              <a:ext cx="804" cy="795"/>
            </a:xfrm>
            <a:custGeom>
              <a:rect b="b" l="l" r="r" t="t"/>
              <a:pathLst>
                <a:path extrusionOk="0" h="95" w="96">
                  <a:moveTo>
                    <a:pt x="49" y="95"/>
                  </a:moveTo>
                  <a:lnTo>
                    <a:pt x="96" y="48"/>
                  </a:lnTo>
                  <a:lnTo>
                    <a:pt x="49" y="0"/>
                  </a:lnTo>
                  <a:lnTo>
                    <a:pt x="0" y="48"/>
                  </a:lnTo>
                  <a:lnTo>
                    <a:pt x="49" y="95"/>
                  </a:lnTo>
                  <a:close/>
                </a:path>
              </a:pathLst>
            </a:custGeom>
            <a:solidFill>
              <a:srgbClr val="C2C7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sp>
        <p:nvSpPr>
          <p:cNvPr id="923" name="Google Shape;923;p12"/>
          <p:cNvSpPr/>
          <p:nvPr/>
        </p:nvSpPr>
        <p:spPr>
          <a:xfrm>
            <a:off x="5156119" y="0"/>
            <a:ext cx="3987900" cy="5143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57125" lIns="57125" spcFirstLastPara="1" rIns="57125" wrap="square" tIns="5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924" name="Google Shape;924;p12"/>
          <p:cNvCxnSpPr/>
          <p:nvPr/>
        </p:nvCxnSpPr>
        <p:spPr>
          <a:xfrm>
            <a:off x="513992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D2D6E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25" name="Google Shape;925;p12"/>
          <p:cNvSpPr txBox="1"/>
          <p:nvPr>
            <p:ph idx="1" type="body"/>
          </p:nvPr>
        </p:nvSpPr>
        <p:spPr>
          <a:xfrm>
            <a:off x="5519736" y="1544139"/>
            <a:ext cx="325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E4FE0"/>
              </a:buClr>
              <a:buSzPts val="2100"/>
              <a:buChar char="•"/>
              <a:defRPr sz="1200">
                <a:solidFill>
                  <a:srgbClr val="3E4FE0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26" name="Google Shape;926;p12"/>
          <p:cNvSpPr txBox="1"/>
          <p:nvPr>
            <p:ph idx="2" type="body"/>
          </p:nvPr>
        </p:nvSpPr>
        <p:spPr>
          <a:xfrm>
            <a:off x="5519736" y="1947279"/>
            <a:ext cx="325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2C7E8"/>
              </a:buClr>
              <a:buSzPts val="2100"/>
              <a:buChar char="•"/>
              <a:defRPr sz="1200">
                <a:solidFill>
                  <a:srgbClr val="C2C7E8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27" name="Google Shape;927;p12"/>
          <p:cNvSpPr txBox="1"/>
          <p:nvPr>
            <p:ph idx="3" type="body"/>
          </p:nvPr>
        </p:nvSpPr>
        <p:spPr>
          <a:xfrm>
            <a:off x="5519736" y="2350427"/>
            <a:ext cx="325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2C7E8"/>
              </a:buClr>
              <a:buSzPts val="2100"/>
              <a:buChar char="•"/>
              <a:defRPr sz="1200">
                <a:solidFill>
                  <a:srgbClr val="C2C7E8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28" name="Google Shape;928;p12"/>
          <p:cNvSpPr txBox="1"/>
          <p:nvPr>
            <p:ph idx="4" type="body"/>
          </p:nvPr>
        </p:nvSpPr>
        <p:spPr>
          <a:xfrm>
            <a:off x="5519736" y="2753575"/>
            <a:ext cx="325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2C7E8"/>
              </a:buClr>
              <a:buSzPts val="2100"/>
              <a:buChar char="•"/>
              <a:defRPr sz="1200">
                <a:solidFill>
                  <a:srgbClr val="C2C7E8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29" name="Google Shape;929;p12"/>
          <p:cNvSpPr txBox="1"/>
          <p:nvPr>
            <p:ph idx="5" type="body"/>
          </p:nvPr>
        </p:nvSpPr>
        <p:spPr>
          <a:xfrm>
            <a:off x="5519736" y="3156715"/>
            <a:ext cx="325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2C7E8"/>
              </a:buClr>
              <a:buSzPts val="2100"/>
              <a:buChar char="•"/>
              <a:defRPr sz="1200">
                <a:solidFill>
                  <a:srgbClr val="C2C7E8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30" name="Google Shape;930;p12"/>
          <p:cNvSpPr txBox="1"/>
          <p:nvPr>
            <p:ph idx="6" type="body"/>
          </p:nvPr>
        </p:nvSpPr>
        <p:spPr>
          <a:xfrm>
            <a:off x="5519736" y="3559862"/>
            <a:ext cx="32598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2C7E8"/>
              </a:buClr>
              <a:buSzPts val="2100"/>
              <a:buChar char="•"/>
              <a:defRPr sz="1200">
                <a:solidFill>
                  <a:srgbClr val="C2C7E8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931" name="Google Shape;931;p12"/>
          <p:cNvSpPr/>
          <p:nvPr/>
        </p:nvSpPr>
        <p:spPr>
          <a:xfrm>
            <a:off x="83105" y="4930174"/>
            <a:ext cx="188100" cy="924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-US" sz="600" u="none" cap="none" strike="noStrike">
                <a:solidFill>
                  <a:srgbClr val="A3AAC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1" i="0" sz="600" u="none" cap="none" strike="noStrike">
              <a:solidFill>
                <a:srgbClr val="A3AAC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932" name="Google Shape;932;p12"/>
          <p:cNvCxnSpPr/>
          <p:nvPr/>
        </p:nvCxnSpPr>
        <p:spPr>
          <a:xfrm>
            <a:off x="38862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D2D6E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33" name="Google Shape;933;p12"/>
          <p:cNvSpPr txBox="1"/>
          <p:nvPr>
            <p:ph type="title"/>
          </p:nvPr>
        </p:nvSpPr>
        <p:spPr>
          <a:xfrm>
            <a:off x="568412" y="3044992"/>
            <a:ext cx="32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Titillium Web SemiBold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4" name="Google Shape;934;p12"/>
          <p:cNvSpPr txBox="1"/>
          <p:nvPr>
            <p:ph idx="7" type="body"/>
          </p:nvPr>
        </p:nvSpPr>
        <p:spPr>
          <a:xfrm>
            <a:off x="568412" y="31197"/>
            <a:ext cx="3217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2100"/>
              <a:buChar char="•"/>
              <a:defRPr sz="600">
                <a:solidFill>
                  <a:srgbClr val="A3AAC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/>
        </p:txBody>
      </p:sp>
      <p:pic>
        <p:nvPicPr>
          <p:cNvPr descr="Press &amp; Newsroom: Latest Updates and Media Mentions | Yuno" id="935" name="Google Shape;935;p12"/>
          <p:cNvPicPr preferRelativeResize="0"/>
          <p:nvPr/>
        </p:nvPicPr>
        <p:blipFill rotWithShape="1">
          <a:blip r:embed="rId2">
            <a:alphaModFix/>
          </a:blip>
          <a:srcRect b="41673" l="11389" r="11397" t="40565"/>
          <a:stretch/>
        </p:blipFill>
        <p:spPr>
          <a:xfrm>
            <a:off x="8100388" y="360552"/>
            <a:ext cx="679277" cy="1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1" showMasterSp="0">
  <p:cSld name="Content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7" name="Google Shape;937;p13"/>
          <p:cNvCxnSpPr/>
          <p:nvPr/>
        </p:nvCxnSpPr>
        <p:spPr>
          <a:xfrm rot="10800000">
            <a:off x="35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p13"/>
          <p:cNvSpPr/>
          <p:nvPr/>
        </p:nvSpPr>
        <p:spPr>
          <a:xfrm>
            <a:off x="344250" y="4537399"/>
            <a:ext cx="13500" cy="13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68093" sx="111980" rotWithShape="0" algn="ctr" dir="10619999" dist="1424" sy="111980">
              <a:schemeClr val="accent1">
                <a:alpha val="5137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9" name="Google Shape;9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8445" y="229392"/>
            <a:ext cx="442838" cy="12132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13"/>
          <p:cNvSpPr txBox="1"/>
          <p:nvPr>
            <p:ph type="title"/>
          </p:nvPr>
        </p:nvSpPr>
        <p:spPr>
          <a:xfrm>
            <a:off x="568409" y="4420233"/>
            <a:ext cx="321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Titillium Web SemiBold"/>
              <a:buNone/>
              <a:defRPr b="0" sz="24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1" name="Google Shape;941;p13"/>
          <p:cNvSpPr/>
          <p:nvPr/>
        </p:nvSpPr>
        <p:spPr>
          <a:xfrm>
            <a:off x="82007" y="4943351"/>
            <a:ext cx="1881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7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942" name="Google Shape;9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0"/>
            <a:ext cx="5143500" cy="2494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1" showMasterSp="0">
  <p:cSld name="Section_1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dk1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14"/>
          <p:cNvCxnSpPr/>
          <p:nvPr/>
        </p:nvCxnSpPr>
        <p:spPr>
          <a:xfrm>
            <a:off x="0" y="3017931"/>
            <a:ext cx="9144000" cy="0"/>
          </a:xfrm>
          <a:prstGeom prst="straightConnector1">
            <a:avLst/>
          </a:prstGeom>
          <a:noFill/>
          <a:ln cap="flat" cmpd="sng" w="7150">
            <a:solidFill>
              <a:srgbClr val="3849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6" name="Google Shape;946;p14"/>
          <p:cNvSpPr/>
          <p:nvPr/>
        </p:nvSpPr>
        <p:spPr>
          <a:xfrm rot="5400000">
            <a:off x="625915" y="2950431"/>
            <a:ext cx="13500" cy="1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68093" sx="111980" rotWithShape="0" algn="ctr" dir="10619999" dist="1424" sy="111980">
              <a:schemeClr val="accent1">
                <a:alpha val="51370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7" name="Google Shape;94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8445" y="229392"/>
            <a:ext cx="442838" cy="121326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14"/>
          <p:cNvSpPr txBox="1"/>
          <p:nvPr>
            <p:ph type="title"/>
          </p:nvPr>
        </p:nvSpPr>
        <p:spPr>
          <a:xfrm>
            <a:off x="568409" y="3471917"/>
            <a:ext cx="800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3300"/>
              <a:buFont typeface="Titillium Web SemiBold"/>
              <a:buNone/>
              <a:defRPr b="0" sz="3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9" name="Google Shape;949;p14"/>
          <p:cNvSpPr txBox="1"/>
          <p:nvPr>
            <p:ph idx="1" type="subTitle"/>
          </p:nvPr>
        </p:nvSpPr>
        <p:spPr>
          <a:xfrm>
            <a:off x="593499" y="4060847"/>
            <a:ext cx="800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8EAF6"/>
              </a:buClr>
              <a:buSzPts val="1200"/>
              <a:buNone/>
              <a:defRPr sz="9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950" name="Google Shape;95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287" y="528368"/>
            <a:ext cx="5143500" cy="249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line">
  <p:cSld name="3 line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953" name="Google Shape;953;p15"/>
          <p:cNvCxnSpPr/>
          <p:nvPr/>
        </p:nvCxnSpPr>
        <p:spPr>
          <a:xfrm>
            <a:off x="388620" y="0"/>
            <a:ext cx="0" cy="5143500"/>
          </a:xfrm>
          <a:prstGeom prst="straightConnector1">
            <a:avLst/>
          </a:prstGeom>
          <a:noFill/>
          <a:ln cap="flat" cmpd="sng" w="7150">
            <a:solidFill>
              <a:srgbClr val="D2D6EE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54" name="Google Shape;954;p15"/>
          <p:cNvSpPr/>
          <p:nvPr/>
        </p:nvSpPr>
        <p:spPr>
          <a:xfrm>
            <a:off x="374817" y="326431"/>
            <a:ext cx="34200" cy="190500"/>
          </a:xfrm>
          <a:prstGeom prst="roundRect">
            <a:avLst>
              <a:gd fmla="val 50000" name="adj"/>
            </a:avLst>
          </a:prstGeom>
          <a:solidFill>
            <a:srgbClr val="3950E9"/>
          </a:solidFill>
          <a:ln>
            <a:noFill/>
          </a:ln>
          <a:effectLst>
            <a:outerShdw blurRad="76200" sx="102000" rotWithShape="0" algn="ctr" sy="102000">
              <a:srgbClr val="3950E9">
                <a:alpha val="81570"/>
              </a:srgbClr>
            </a:outerShdw>
          </a:effectLst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955" name="Google Shape;955;p15"/>
          <p:cNvSpPr/>
          <p:nvPr/>
        </p:nvSpPr>
        <p:spPr>
          <a:xfrm>
            <a:off x="83108" y="4930178"/>
            <a:ext cx="188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600"/>
              <a:buFont typeface="Arial"/>
              <a:buNone/>
            </a:pPr>
            <a:fld id="{00000000-1234-1234-1234-123412341234}" type="slidenum">
              <a:rPr b="1" i="0" lang="en-US" sz="600" u="none" cap="none" strike="noStrike">
                <a:solidFill>
                  <a:srgbClr val="A3AAC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1" i="0" sz="600" u="none" cap="none" strike="noStrike">
              <a:solidFill>
                <a:srgbClr val="A3AAC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956" name="Google Shape;956;p15"/>
          <p:cNvSpPr txBox="1"/>
          <p:nvPr>
            <p:ph type="title"/>
          </p:nvPr>
        </p:nvSpPr>
        <p:spPr>
          <a:xfrm>
            <a:off x="568409" y="277163"/>
            <a:ext cx="7353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Titillium Web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57" name="Google Shape;957;p15"/>
          <p:cNvSpPr txBox="1"/>
          <p:nvPr>
            <p:ph idx="1" type="body"/>
          </p:nvPr>
        </p:nvSpPr>
        <p:spPr>
          <a:xfrm>
            <a:off x="568409" y="31198"/>
            <a:ext cx="3217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3AAC3"/>
              </a:buClr>
              <a:buSzPts val="600"/>
              <a:buNone/>
              <a:defRPr b="0" sz="600">
                <a:solidFill>
                  <a:srgbClr val="A3AAC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175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2pPr>
            <a:lvl3pPr indent="-3175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pic>
        <p:nvPicPr>
          <p:cNvPr descr="Yuno Brand Guidelines: Logos, Colors &amp; Usage Rules | Yuno" id="958" name="Google Shape;9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0391" y="360555"/>
            <a:ext cx="662942" cy="138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6"/>
          <p:cNvSpPr/>
          <p:nvPr/>
        </p:nvSpPr>
        <p:spPr>
          <a:xfrm>
            <a:off x="457200" y="316222"/>
            <a:ext cx="408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900"/>
              <a:buFont typeface="Titillium Web SemiBold"/>
              <a:buNone/>
            </a:pPr>
            <a:r>
              <a:rPr lang="en-US" sz="700">
                <a:solidFill>
                  <a:srgbClr val="3E4FE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PROPOSAL</a:t>
            </a:r>
            <a:endParaRPr i="0" sz="700" u="none" cap="none" strike="noStrike">
              <a:solidFill>
                <a:srgbClr val="3E4FE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65" name="Google Shape;965;p16"/>
          <p:cNvSpPr/>
          <p:nvPr/>
        </p:nvSpPr>
        <p:spPr>
          <a:xfrm>
            <a:off x="457200" y="522287"/>
            <a:ext cx="7620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2000"/>
              <a:buFont typeface="Titillium Web"/>
              <a:buNone/>
            </a:pPr>
            <a:r>
              <a:rPr lang="en-US" sz="190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Pricing</a:t>
            </a:r>
            <a:endParaRPr i="0" sz="1900" u="none" cap="none" strike="noStrike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966" name="Google Shape;96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4100" y="304800"/>
            <a:ext cx="49263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16"/>
          <p:cNvSpPr/>
          <p:nvPr/>
        </p:nvSpPr>
        <p:spPr>
          <a:xfrm>
            <a:off x="457200" y="1066800"/>
            <a:ext cx="3174900" cy="3505200"/>
          </a:xfrm>
          <a:prstGeom prst="rect">
            <a:avLst/>
          </a:prstGeom>
          <a:solidFill>
            <a:srgbClr val="F4F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6"/>
          <p:cNvSpPr txBox="1"/>
          <p:nvPr/>
        </p:nvSpPr>
        <p:spPr>
          <a:xfrm>
            <a:off x="518160" y="1127760"/>
            <a:ext cx="2976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RATE PER SUCCESSFUL TRANSACTION</a:t>
            </a:r>
            <a:endParaRPr sz="7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69" name="Google Shape;969;p16"/>
          <p:cNvSpPr txBox="1"/>
          <p:nvPr/>
        </p:nvSpPr>
        <p:spPr>
          <a:xfrm>
            <a:off x="518160" y="1305560"/>
            <a:ext cx="3053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Each tranche is billed at its own rate within the month. Declines cost nothing; a retried or cascaded payment counts once.</a:t>
            </a:r>
            <a:endParaRPr sz="75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70" name="Google Shape;970;p16"/>
          <p:cNvSpPr/>
          <p:nvPr/>
        </p:nvSpPr>
        <p:spPr>
          <a:xfrm>
            <a:off x="609600" y="1803400"/>
            <a:ext cx="28701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6"/>
          <p:cNvSpPr txBox="1"/>
          <p:nvPr/>
        </p:nvSpPr>
        <p:spPr>
          <a:xfrm>
            <a:off x="518160" y="1813560"/>
            <a:ext cx="1707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TRANCHE 1</a:t>
            </a:r>
            <a:endParaRPr sz="65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72" name="Google Shape;972;p16"/>
          <p:cNvSpPr txBox="1"/>
          <p:nvPr/>
        </p:nvSpPr>
        <p:spPr>
          <a:xfrm>
            <a:off x="518160" y="1953260"/>
            <a:ext cx="1833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0 to 1,000,000</a:t>
            </a:r>
            <a:endParaRPr sz="12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73" name="Google Shape;973;p16"/>
          <p:cNvSpPr txBox="1"/>
          <p:nvPr/>
        </p:nvSpPr>
        <p:spPr>
          <a:xfrm>
            <a:off x="1813560" y="1762760"/>
            <a:ext cx="14022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$0.020</a:t>
            </a:r>
            <a:endParaRPr sz="20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74" name="Google Shape;974;p16"/>
          <p:cNvSpPr txBox="1"/>
          <p:nvPr/>
        </p:nvSpPr>
        <p:spPr>
          <a:xfrm>
            <a:off x="3083560" y="1851660"/>
            <a:ext cx="487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/trx</a:t>
            </a:r>
            <a:endParaRPr sz="8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75" name="Google Shape;975;p16"/>
          <p:cNvSpPr/>
          <p:nvPr/>
        </p:nvSpPr>
        <p:spPr>
          <a:xfrm>
            <a:off x="609600" y="2548467"/>
            <a:ext cx="28701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6"/>
          <p:cNvSpPr txBox="1"/>
          <p:nvPr/>
        </p:nvSpPr>
        <p:spPr>
          <a:xfrm>
            <a:off x="518160" y="2558627"/>
            <a:ext cx="1707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TRANCHE 2</a:t>
            </a:r>
            <a:endParaRPr sz="65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77" name="Google Shape;977;p16"/>
          <p:cNvSpPr txBox="1"/>
          <p:nvPr/>
        </p:nvSpPr>
        <p:spPr>
          <a:xfrm>
            <a:off x="518160" y="2698327"/>
            <a:ext cx="1833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1,000,001 to 2,000,000</a:t>
            </a:r>
            <a:endParaRPr sz="12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78" name="Google Shape;978;p16"/>
          <p:cNvSpPr txBox="1"/>
          <p:nvPr/>
        </p:nvSpPr>
        <p:spPr>
          <a:xfrm>
            <a:off x="1813560" y="2507827"/>
            <a:ext cx="14022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$0.017</a:t>
            </a:r>
            <a:endParaRPr sz="20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79" name="Google Shape;979;p16"/>
          <p:cNvSpPr txBox="1"/>
          <p:nvPr/>
        </p:nvSpPr>
        <p:spPr>
          <a:xfrm>
            <a:off x="3083560" y="2596727"/>
            <a:ext cx="487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/trx</a:t>
            </a:r>
            <a:endParaRPr sz="8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80" name="Google Shape;980;p16"/>
          <p:cNvSpPr/>
          <p:nvPr/>
        </p:nvSpPr>
        <p:spPr>
          <a:xfrm>
            <a:off x="609600" y="3293533"/>
            <a:ext cx="28701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6"/>
          <p:cNvSpPr txBox="1"/>
          <p:nvPr/>
        </p:nvSpPr>
        <p:spPr>
          <a:xfrm>
            <a:off x="518160" y="3303693"/>
            <a:ext cx="1707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TRANCHE 3</a:t>
            </a:r>
            <a:endParaRPr sz="65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82" name="Google Shape;982;p16"/>
          <p:cNvSpPr txBox="1"/>
          <p:nvPr/>
        </p:nvSpPr>
        <p:spPr>
          <a:xfrm>
            <a:off x="518160" y="3443393"/>
            <a:ext cx="1833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Above 2,000,000</a:t>
            </a:r>
            <a:endParaRPr sz="12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83" name="Google Shape;983;p16"/>
          <p:cNvSpPr txBox="1"/>
          <p:nvPr/>
        </p:nvSpPr>
        <p:spPr>
          <a:xfrm>
            <a:off x="1813560" y="3252893"/>
            <a:ext cx="14022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$0.015</a:t>
            </a:r>
            <a:endParaRPr sz="20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84" name="Google Shape;984;p16"/>
          <p:cNvSpPr txBox="1"/>
          <p:nvPr/>
        </p:nvSpPr>
        <p:spPr>
          <a:xfrm>
            <a:off x="3083560" y="3341793"/>
            <a:ext cx="487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/trx</a:t>
            </a:r>
            <a:endParaRPr sz="8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85" name="Google Shape;985;p16"/>
          <p:cNvSpPr/>
          <p:nvPr/>
        </p:nvSpPr>
        <p:spPr>
          <a:xfrm>
            <a:off x="609600" y="4038600"/>
            <a:ext cx="28701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6"/>
          <p:cNvSpPr txBox="1"/>
          <p:nvPr/>
        </p:nvSpPr>
        <p:spPr>
          <a:xfrm>
            <a:off x="619760" y="3947160"/>
            <a:ext cx="2875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Every transaction above 2,000,000 a month is billed at $0.015 as Acebet grows.</a:t>
            </a:r>
            <a:endParaRPr sz="75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87" name="Google Shape;987;p16"/>
          <p:cNvSpPr/>
          <p:nvPr/>
        </p:nvSpPr>
        <p:spPr>
          <a:xfrm>
            <a:off x="3784600" y="1066800"/>
            <a:ext cx="2717700" cy="350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6"/>
          <p:cNvSpPr txBox="1"/>
          <p:nvPr/>
        </p:nvSpPr>
        <p:spPr>
          <a:xfrm>
            <a:off x="3845560" y="1127760"/>
            <a:ext cx="2976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WHAT IT MEANS FOR ACEBET</a:t>
            </a:r>
            <a:endParaRPr sz="7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89" name="Google Shape;989;p16"/>
          <p:cNvSpPr/>
          <p:nvPr/>
        </p:nvSpPr>
        <p:spPr>
          <a:xfrm>
            <a:off x="3886200" y="1422400"/>
            <a:ext cx="2514600" cy="914400"/>
          </a:xfrm>
          <a:prstGeom prst="rect">
            <a:avLst/>
          </a:prstGeom>
          <a:solidFill>
            <a:srgbClr val="F4F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6"/>
          <p:cNvSpPr txBox="1"/>
          <p:nvPr/>
        </p:nvSpPr>
        <p:spPr>
          <a:xfrm>
            <a:off x="3921760" y="1407160"/>
            <a:ext cx="2469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TODAY, AT ABOUT 680,000 TRANSACTIONS A MONTH</a:t>
            </a:r>
            <a:endParaRPr sz="60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91" name="Google Shape;991;p16"/>
          <p:cNvSpPr txBox="1"/>
          <p:nvPr/>
        </p:nvSpPr>
        <p:spPr>
          <a:xfrm>
            <a:off x="3921760" y="1559560"/>
            <a:ext cx="1707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$13,600</a:t>
            </a:r>
            <a:endParaRPr sz="22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92" name="Google Shape;992;p16"/>
          <p:cNvSpPr txBox="1"/>
          <p:nvPr/>
        </p:nvSpPr>
        <p:spPr>
          <a:xfrm>
            <a:off x="5242560" y="1559560"/>
            <a:ext cx="11481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 month</a:t>
            </a:r>
            <a:endParaRPr sz="80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3" name="Google Shape;993;p16"/>
          <p:cNvSpPr/>
          <p:nvPr/>
        </p:nvSpPr>
        <p:spPr>
          <a:xfrm>
            <a:off x="4013200" y="2044700"/>
            <a:ext cx="22860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6"/>
          <p:cNvSpPr txBox="1"/>
          <p:nvPr/>
        </p:nvSpPr>
        <p:spPr>
          <a:xfrm>
            <a:off x="3921760" y="2004060"/>
            <a:ext cx="1326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$163,200 a year</a:t>
            </a:r>
            <a:endParaRPr sz="8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95" name="Google Shape;995;p16"/>
          <p:cNvSpPr txBox="1"/>
          <p:nvPr/>
        </p:nvSpPr>
        <p:spPr>
          <a:xfrm>
            <a:off x="4937760" y="2004060"/>
            <a:ext cx="1452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$0.020 per transaction</a:t>
            </a:r>
            <a:endParaRPr sz="8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96" name="Google Shape;996;p16"/>
          <p:cNvSpPr txBox="1"/>
          <p:nvPr/>
        </p:nvSpPr>
        <p:spPr>
          <a:xfrm>
            <a:off x="3845560" y="2423160"/>
            <a:ext cx="1452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COST OF EACH FULL TRANCHE</a:t>
            </a:r>
            <a:endParaRPr sz="60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97" name="Google Shape;997;p16"/>
          <p:cNvSpPr txBox="1"/>
          <p:nvPr/>
        </p:nvSpPr>
        <p:spPr>
          <a:xfrm>
            <a:off x="5115560" y="2423160"/>
            <a:ext cx="74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MONTHLY</a:t>
            </a:r>
            <a:endParaRPr sz="60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98" name="Google Shape;998;p16"/>
          <p:cNvSpPr txBox="1"/>
          <p:nvPr/>
        </p:nvSpPr>
        <p:spPr>
          <a:xfrm>
            <a:off x="5699760" y="2423160"/>
            <a:ext cx="74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ANNUAL</a:t>
            </a:r>
            <a:endParaRPr sz="60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999" name="Google Shape;999;p16"/>
          <p:cNvSpPr/>
          <p:nvPr/>
        </p:nvSpPr>
        <p:spPr>
          <a:xfrm>
            <a:off x="3937000" y="2667000"/>
            <a:ext cx="24129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16"/>
          <p:cNvSpPr txBox="1"/>
          <p:nvPr/>
        </p:nvSpPr>
        <p:spPr>
          <a:xfrm>
            <a:off x="3845560" y="2651760"/>
            <a:ext cx="1452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Tranche 1</a:t>
            </a:r>
            <a:endParaRPr sz="75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01" name="Google Shape;1001;p16"/>
          <p:cNvSpPr txBox="1"/>
          <p:nvPr/>
        </p:nvSpPr>
        <p:spPr>
          <a:xfrm>
            <a:off x="3845560" y="2791460"/>
            <a:ext cx="1579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First 1,000,000 at $0.020</a:t>
            </a:r>
            <a:endParaRPr sz="65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2" name="Google Shape;1002;p16"/>
          <p:cNvSpPr txBox="1"/>
          <p:nvPr/>
        </p:nvSpPr>
        <p:spPr>
          <a:xfrm>
            <a:off x="5115560" y="2651760"/>
            <a:ext cx="741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$20,000</a:t>
            </a:r>
            <a:endParaRPr sz="7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3" name="Google Shape;1003;p16"/>
          <p:cNvSpPr txBox="1"/>
          <p:nvPr/>
        </p:nvSpPr>
        <p:spPr>
          <a:xfrm>
            <a:off x="5699760" y="2651760"/>
            <a:ext cx="741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$240,000</a:t>
            </a:r>
            <a:endParaRPr sz="7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4" name="Google Shape;1004;p16"/>
          <p:cNvSpPr/>
          <p:nvPr/>
        </p:nvSpPr>
        <p:spPr>
          <a:xfrm>
            <a:off x="3937000" y="3098800"/>
            <a:ext cx="24129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6"/>
          <p:cNvSpPr txBox="1"/>
          <p:nvPr/>
        </p:nvSpPr>
        <p:spPr>
          <a:xfrm>
            <a:off x="3845560" y="3083560"/>
            <a:ext cx="1452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Tranche 2</a:t>
            </a:r>
            <a:endParaRPr sz="75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06" name="Google Shape;1006;p16"/>
          <p:cNvSpPr txBox="1"/>
          <p:nvPr/>
        </p:nvSpPr>
        <p:spPr>
          <a:xfrm>
            <a:off x="3845560" y="3223260"/>
            <a:ext cx="1579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Next 1,000,000 at $0.017</a:t>
            </a:r>
            <a:endParaRPr sz="65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7" name="Google Shape;1007;p16"/>
          <p:cNvSpPr txBox="1"/>
          <p:nvPr/>
        </p:nvSpPr>
        <p:spPr>
          <a:xfrm>
            <a:off x="5115560" y="3083560"/>
            <a:ext cx="741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$17,000</a:t>
            </a:r>
            <a:endParaRPr sz="7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8" name="Google Shape;1008;p16"/>
          <p:cNvSpPr txBox="1"/>
          <p:nvPr/>
        </p:nvSpPr>
        <p:spPr>
          <a:xfrm>
            <a:off x="5699760" y="3083560"/>
            <a:ext cx="741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$204,000</a:t>
            </a:r>
            <a:endParaRPr sz="7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9" name="Google Shape;1009;p16"/>
          <p:cNvSpPr/>
          <p:nvPr/>
        </p:nvSpPr>
        <p:spPr>
          <a:xfrm>
            <a:off x="3937000" y="3530600"/>
            <a:ext cx="24129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6"/>
          <p:cNvSpPr txBox="1"/>
          <p:nvPr/>
        </p:nvSpPr>
        <p:spPr>
          <a:xfrm>
            <a:off x="3845560" y="3515360"/>
            <a:ext cx="1452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Tranche 3</a:t>
            </a:r>
            <a:endParaRPr sz="75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11" name="Google Shape;1011;p16"/>
          <p:cNvSpPr txBox="1"/>
          <p:nvPr/>
        </p:nvSpPr>
        <p:spPr>
          <a:xfrm>
            <a:off x="3845560" y="3655060"/>
            <a:ext cx="1579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Each extra 1,000,000 at $0.015</a:t>
            </a:r>
            <a:endParaRPr sz="65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2" name="Google Shape;1012;p16"/>
          <p:cNvSpPr txBox="1"/>
          <p:nvPr/>
        </p:nvSpPr>
        <p:spPr>
          <a:xfrm>
            <a:off x="5115560" y="3515360"/>
            <a:ext cx="741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$15,000</a:t>
            </a:r>
            <a:endParaRPr sz="7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3" name="Google Shape;1013;p16"/>
          <p:cNvSpPr txBox="1"/>
          <p:nvPr/>
        </p:nvSpPr>
        <p:spPr>
          <a:xfrm>
            <a:off x="5699760" y="3515360"/>
            <a:ext cx="741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$180,000</a:t>
            </a:r>
            <a:endParaRPr sz="7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4" name="Google Shape;1014;p16"/>
          <p:cNvSpPr/>
          <p:nvPr/>
        </p:nvSpPr>
        <p:spPr>
          <a:xfrm>
            <a:off x="3937000" y="3962400"/>
            <a:ext cx="24129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6"/>
          <p:cNvSpPr/>
          <p:nvPr/>
        </p:nvSpPr>
        <p:spPr>
          <a:xfrm>
            <a:off x="3886200" y="4038600"/>
            <a:ext cx="2514600" cy="43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6"/>
          <p:cNvSpPr/>
          <p:nvPr/>
        </p:nvSpPr>
        <p:spPr>
          <a:xfrm>
            <a:off x="3886200" y="4038600"/>
            <a:ext cx="25500" cy="4317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16"/>
          <p:cNvSpPr txBox="1"/>
          <p:nvPr/>
        </p:nvSpPr>
        <p:spPr>
          <a:xfrm>
            <a:off x="3921760" y="3985260"/>
            <a:ext cx="1579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75787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MONTHLY MINIMUM, BY USAGE</a:t>
            </a:r>
            <a:endParaRPr sz="600">
              <a:solidFill>
                <a:srgbClr val="75787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18" name="Google Shape;1018;p16"/>
          <p:cNvSpPr txBox="1"/>
          <p:nvPr/>
        </p:nvSpPr>
        <p:spPr>
          <a:xfrm>
            <a:off x="3921760" y="4112260"/>
            <a:ext cx="1707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Equal to 500,000 transactions at $0.020. Today's usage already covers it.</a:t>
            </a:r>
            <a:endParaRPr sz="65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9" name="Google Shape;1019;p16"/>
          <p:cNvSpPr txBox="1"/>
          <p:nvPr/>
        </p:nvSpPr>
        <p:spPr>
          <a:xfrm>
            <a:off x="5369560" y="3947160"/>
            <a:ext cx="10212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$10,000</a:t>
            </a:r>
            <a:endParaRPr sz="13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20" name="Google Shape;1020;p16"/>
          <p:cNvSpPr/>
          <p:nvPr/>
        </p:nvSpPr>
        <p:spPr>
          <a:xfrm>
            <a:off x="6654800" y="1066800"/>
            <a:ext cx="2031900" cy="35052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16"/>
          <p:cNvSpPr txBox="1"/>
          <p:nvPr/>
        </p:nvSpPr>
        <p:spPr>
          <a:xfrm>
            <a:off x="6715760" y="1127760"/>
            <a:ext cx="1960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AS ACEBET GROWS</a:t>
            </a:r>
            <a:endParaRPr sz="700">
              <a:solidFill>
                <a:srgbClr val="FFFFF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22" name="Google Shape;1022;p16"/>
          <p:cNvSpPr txBox="1"/>
          <p:nvPr/>
        </p:nvSpPr>
        <p:spPr>
          <a:xfrm>
            <a:off x="6715760" y="1280160"/>
            <a:ext cx="1960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Average rate per transaction, all-in</a:t>
            </a:r>
            <a:endParaRPr sz="75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23" name="Google Shape;1023;p16"/>
          <p:cNvSpPr/>
          <p:nvPr/>
        </p:nvSpPr>
        <p:spPr>
          <a:xfrm>
            <a:off x="6807200" y="1727200"/>
            <a:ext cx="1727100" cy="6300"/>
          </a:xfrm>
          <a:prstGeom prst="rect">
            <a:avLst/>
          </a:prstGeom>
          <a:solidFill>
            <a:srgbClr val="BDC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6"/>
          <p:cNvSpPr txBox="1"/>
          <p:nvPr/>
        </p:nvSpPr>
        <p:spPr>
          <a:xfrm>
            <a:off x="6715760" y="1711960"/>
            <a:ext cx="1198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680,000 today</a:t>
            </a:r>
            <a:endParaRPr sz="8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25" name="Google Shape;1025;p16"/>
          <p:cNvSpPr txBox="1"/>
          <p:nvPr/>
        </p:nvSpPr>
        <p:spPr>
          <a:xfrm>
            <a:off x="6715760" y="1889760"/>
            <a:ext cx="119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$0.0200</a:t>
            </a:r>
            <a:endParaRPr sz="1500">
              <a:solidFill>
                <a:srgbClr val="FFFFF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26" name="Google Shape;1026;p16"/>
          <p:cNvSpPr txBox="1"/>
          <p:nvPr/>
        </p:nvSpPr>
        <p:spPr>
          <a:xfrm>
            <a:off x="7477760" y="1864360"/>
            <a:ext cx="1148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$13,600/mo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$163,200/yr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27" name="Google Shape;1027;p16"/>
          <p:cNvSpPr/>
          <p:nvPr/>
        </p:nvSpPr>
        <p:spPr>
          <a:xfrm>
            <a:off x="6807200" y="2362200"/>
            <a:ext cx="1727100" cy="6300"/>
          </a:xfrm>
          <a:prstGeom prst="rect">
            <a:avLst/>
          </a:prstGeom>
          <a:solidFill>
            <a:srgbClr val="BDC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6"/>
          <p:cNvSpPr txBox="1"/>
          <p:nvPr/>
        </p:nvSpPr>
        <p:spPr>
          <a:xfrm>
            <a:off x="6715760" y="2346960"/>
            <a:ext cx="1198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1,000,000</a:t>
            </a:r>
            <a:endParaRPr sz="8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29" name="Google Shape;1029;p16"/>
          <p:cNvSpPr txBox="1"/>
          <p:nvPr/>
        </p:nvSpPr>
        <p:spPr>
          <a:xfrm>
            <a:off x="6715760" y="2524760"/>
            <a:ext cx="119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$0.0200</a:t>
            </a:r>
            <a:endParaRPr sz="1500">
              <a:solidFill>
                <a:srgbClr val="FFFFF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30" name="Google Shape;1030;p16"/>
          <p:cNvSpPr txBox="1"/>
          <p:nvPr/>
        </p:nvSpPr>
        <p:spPr>
          <a:xfrm>
            <a:off x="7477760" y="2499360"/>
            <a:ext cx="1148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$20,000/mo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$240,000/yr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1" name="Google Shape;1031;p16"/>
          <p:cNvSpPr/>
          <p:nvPr/>
        </p:nvSpPr>
        <p:spPr>
          <a:xfrm>
            <a:off x="6807200" y="2997200"/>
            <a:ext cx="1727100" cy="6300"/>
          </a:xfrm>
          <a:prstGeom prst="rect">
            <a:avLst/>
          </a:prstGeom>
          <a:solidFill>
            <a:srgbClr val="BDC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6"/>
          <p:cNvSpPr txBox="1"/>
          <p:nvPr/>
        </p:nvSpPr>
        <p:spPr>
          <a:xfrm>
            <a:off x="6715760" y="2981960"/>
            <a:ext cx="1198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1,500,000</a:t>
            </a:r>
            <a:endParaRPr sz="8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3" name="Google Shape;1033;p16"/>
          <p:cNvSpPr txBox="1"/>
          <p:nvPr/>
        </p:nvSpPr>
        <p:spPr>
          <a:xfrm>
            <a:off x="6715760" y="3159760"/>
            <a:ext cx="119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$0.0190</a:t>
            </a:r>
            <a:endParaRPr sz="1500">
              <a:solidFill>
                <a:srgbClr val="FFFFF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34" name="Google Shape;1034;p16"/>
          <p:cNvSpPr txBox="1"/>
          <p:nvPr/>
        </p:nvSpPr>
        <p:spPr>
          <a:xfrm>
            <a:off x="7477760" y="3134360"/>
            <a:ext cx="1148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$28,500/mo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$342,000/yr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5" name="Google Shape;1035;p16"/>
          <p:cNvSpPr/>
          <p:nvPr/>
        </p:nvSpPr>
        <p:spPr>
          <a:xfrm>
            <a:off x="6807200" y="3632200"/>
            <a:ext cx="1727100" cy="6300"/>
          </a:xfrm>
          <a:prstGeom prst="rect">
            <a:avLst/>
          </a:prstGeom>
          <a:solidFill>
            <a:srgbClr val="BDC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6"/>
          <p:cNvSpPr txBox="1"/>
          <p:nvPr/>
        </p:nvSpPr>
        <p:spPr>
          <a:xfrm>
            <a:off x="6715760" y="3616960"/>
            <a:ext cx="1198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2,000,000</a:t>
            </a:r>
            <a:endParaRPr sz="8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7" name="Google Shape;1037;p16"/>
          <p:cNvSpPr txBox="1"/>
          <p:nvPr/>
        </p:nvSpPr>
        <p:spPr>
          <a:xfrm>
            <a:off x="6715760" y="3794760"/>
            <a:ext cx="119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$0.0185</a:t>
            </a:r>
            <a:endParaRPr sz="1500">
              <a:solidFill>
                <a:srgbClr val="FFFFFF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38" name="Google Shape;1038;p16"/>
          <p:cNvSpPr txBox="1"/>
          <p:nvPr/>
        </p:nvSpPr>
        <p:spPr>
          <a:xfrm>
            <a:off x="7477760" y="3769360"/>
            <a:ext cx="11481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$37,000/mo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DC3F6"/>
                </a:solidFill>
                <a:latin typeface="Titillium Web"/>
                <a:ea typeface="Titillium Web"/>
                <a:cs typeface="Titillium Web"/>
                <a:sym typeface="Titillium Web"/>
              </a:rPr>
              <a:t>$444,000/yr</a:t>
            </a:r>
            <a:endParaRPr sz="700">
              <a:solidFill>
                <a:srgbClr val="BDC3F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9" name="Google Shape;1039;p16"/>
          <p:cNvSpPr txBox="1"/>
          <p:nvPr/>
        </p:nvSpPr>
        <p:spPr>
          <a:xfrm>
            <a:off x="365760" y="4632960"/>
            <a:ext cx="7803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3-year contract. No platform fee, no setup fee. Pricing valid for 30 days, subject to final agreement.</a:t>
            </a:r>
            <a:endParaRPr sz="65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7"/>
          <p:cNvSpPr/>
          <p:nvPr/>
        </p:nvSpPr>
        <p:spPr>
          <a:xfrm>
            <a:off x="457200" y="316222"/>
            <a:ext cx="408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900"/>
              <a:buFont typeface="Titillium Web SemiBold"/>
              <a:buNone/>
            </a:pPr>
            <a:r>
              <a:rPr lang="en-US" sz="700">
                <a:solidFill>
                  <a:srgbClr val="3E4FE0"/>
                </a:solidFill>
                <a:latin typeface="Titillium Web"/>
                <a:ea typeface="Titillium Web"/>
                <a:cs typeface="Titillium Web"/>
                <a:sym typeface="Titillium Web"/>
              </a:rPr>
              <a:t>WHAT'S INCLUDED</a:t>
            </a:r>
            <a:endParaRPr i="0" sz="700" u="none" cap="none" strike="noStrike">
              <a:solidFill>
                <a:srgbClr val="3E4FE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46" name="Google Shape;1046;p17"/>
          <p:cNvSpPr/>
          <p:nvPr/>
        </p:nvSpPr>
        <p:spPr>
          <a:xfrm>
            <a:off x="457200" y="522287"/>
            <a:ext cx="7620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2000"/>
              <a:buFont typeface="Titillium Web"/>
              <a:buNone/>
            </a:pPr>
            <a:r>
              <a:rPr lang="en-US" sz="190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What's included and commercial terms</a:t>
            </a:r>
            <a:endParaRPr i="0" sz="1900" u="none" cap="none" strike="noStrike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047" name="Google Shape;10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4100" y="304800"/>
            <a:ext cx="49263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17"/>
          <p:cNvSpPr/>
          <p:nvPr/>
        </p:nvSpPr>
        <p:spPr>
          <a:xfrm>
            <a:off x="457200" y="1066800"/>
            <a:ext cx="3962400" cy="254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7"/>
          <p:cNvSpPr txBox="1"/>
          <p:nvPr/>
        </p:nvSpPr>
        <p:spPr>
          <a:xfrm>
            <a:off x="518160" y="1127760"/>
            <a:ext cx="2976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INCLUDED AT NO EXTRA COST</a:t>
            </a:r>
            <a:endParaRPr sz="7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50" name="Google Shape;1050;p17"/>
          <p:cNvSpPr/>
          <p:nvPr/>
        </p:nvSpPr>
        <p:spPr>
          <a:xfrm>
            <a:off x="609600" y="1422400"/>
            <a:ext cx="1143000" cy="507900"/>
          </a:xfrm>
          <a:prstGeom prst="rect">
            <a:avLst/>
          </a:prstGeom>
          <a:solidFill>
            <a:srgbClr val="F4F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7"/>
          <p:cNvSpPr txBox="1"/>
          <p:nvPr/>
        </p:nvSpPr>
        <p:spPr>
          <a:xfrm>
            <a:off x="619760" y="1369060"/>
            <a:ext cx="114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1,000+</a:t>
            </a:r>
            <a:endParaRPr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52" name="Google Shape;1052;p17"/>
          <p:cNvSpPr txBox="1"/>
          <p:nvPr/>
        </p:nvSpPr>
        <p:spPr>
          <a:xfrm>
            <a:off x="619760" y="1623060"/>
            <a:ext cx="1148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payment methods</a:t>
            </a:r>
            <a:endParaRPr sz="70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53" name="Google Shape;1053;p17"/>
          <p:cNvSpPr/>
          <p:nvPr/>
        </p:nvSpPr>
        <p:spPr>
          <a:xfrm>
            <a:off x="1854200" y="1422400"/>
            <a:ext cx="1143000" cy="507900"/>
          </a:xfrm>
          <a:prstGeom prst="rect">
            <a:avLst/>
          </a:prstGeom>
          <a:solidFill>
            <a:srgbClr val="F4F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7"/>
          <p:cNvSpPr txBox="1"/>
          <p:nvPr/>
        </p:nvSpPr>
        <p:spPr>
          <a:xfrm>
            <a:off x="1864360" y="1369060"/>
            <a:ext cx="114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450+</a:t>
            </a:r>
            <a:endParaRPr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55" name="Google Shape;1055;p17"/>
          <p:cNvSpPr txBox="1"/>
          <p:nvPr/>
        </p:nvSpPr>
        <p:spPr>
          <a:xfrm>
            <a:off x="1864360" y="1623060"/>
            <a:ext cx="1148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payment providers</a:t>
            </a:r>
            <a:endParaRPr sz="70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56" name="Google Shape;1056;p17"/>
          <p:cNvSpPr/>
          <p:nvPr/>
        </p:nvSpPr>
        <p:spPr>
          <a:xfrm>
            <a:off x="3098800" y="1422400"/>
            <a:ext cx="1143000" cy="507900"/>
          </a:xfrm>
          <a:prstGeom prst="rect">
            <a:avLst/>
          </a:prstGeom>
          <a:solidFill>
            <a:srgbClr val="F4F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7"/>
          <p:cNvSpPr txBox="1"/>
          <p:nvPr/>
        </p:nvSpPr>
        <p:spPr>
          <a:xfrm>
            <a:off x="3108960" y="1369060"/>
            <a:ext cx="114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50+</a:t>
            </a:r>
            <a:endParaRPr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58" name="Google Shape;1058;p17"/>
          <p:cNvSpPr txBox="1"/>
          <p:nvPr/>
        </p:nvSpPr>
        <p:spPr>
          <a:xfrm>
            <a:off x="3108960" y="1623060"/>
            <a:ext cx="1148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anti-fraud tools</a:t>
            </a:r>
            <a:endParaRPr sz="70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59" name="Google Shape;1059;p17"/>
          <p:cNvSpPr/>
          <p:nvPr/>
        </p:nvSpPr>
        <p:spPr>
          <a:xfrm>
            <a:off x="609600" y="2102739"/>
            <a:ext cx="50700" cy="50700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7"/>
          <p:cNvSpPr txBox="1"/>
          <p:nvPr/>
        </p:nvSpPr>
        <p:spPr>
          <a:xfrm>
            <a:off x="657860" y="1965960"/>
            <a:ext cx="3738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Orchestration and rules engine</a:t>
            </a:r>
            <a:endParaRPr sz="8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1" name="Google Shape;1061;p17"/>
          <p:cNvSpPr/>
          <p:nvPr/>
        </p:nvSpPr>
        <p:spPr>
          <a:xfrm>
            <a:off x="609600" y="2318639"/>
            <a:ext cx="50700" cy="50700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7"/>
          <p:cNvSpPr txBox="1"/>
          <p:nvPr/>
        </p:nvSpPr>
        <p:spPr>
          <a:xfrm>
            <a:off x="657860" y="2181860"/>
            <a:ext cx="3738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Volume split, cascading and retries</a:t>
            </a:r>
            <a:endParaRPr sz="8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3" name="Google Shape;1063;p17"/>
          <p:cNvSpPr/>
          <p:nvPr/>
        </p:nvSpPr>
        <p:spPr>
          <a:xfrm>
            <a:off x="609600" y="2534539"/>
            <a:ext cx="50700" cy="50700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7"/>
          <p:cNvSpPr txBox="1"/>
          <p:nvPr/>
        </p:nvSpPr>
        <p:spPr>
          <a:xfrm>
            <a:off x="657860" y="2397760"/>
            <a:ext cx="3738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Monitors and auto-failover</a:t>
            </a:r>
            <a:endParaRPr sz="8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5" name="Google Shape;1065;p17"/>
          <p:cNvSpPr/>
          <p:nvPr/>
        </p:nvSpPr>
        <p:spPr>
          <a:xfrm>
            <a:off x="609600" y="2750439"/>
            <a:ext cx="50700" cy="50700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7"/>
          <p:cNvSpPr txBox="1"/>
          <p:nvPr/>
        </p:nvSpPr>
        <p:spPr>
          <a:xfrm>
            <a:off x="657860" y="2613660"/>
            <a:ext cx="3738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Hosted fields, SDKs and sandbox</a:t>
            </a:r>
            <a:endParaRPr sz="8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7" name="Google Shape;1067;p17"/>
          <p:cNvSpPr/>
          <p:nvPr/>
        </p:nvSpPr>
        <p:spPr>
          <a:xfrm>
            <a:off x="609600" y="2966339"/>
            <a:ext cx="50700" cy="50700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7"/>
          <p:cNvSpPr txBox="1"/>
          <p:nvPr/>
        </p:nvSpPr>
        <p:spPr>
          <a:xfrm>
            <a:off x="657860" y="2829560"/>
            <a:ext cx="3738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New provider connections, maintained by Yuno</a:t>
            </a:r>
            <a:endParaRPr sz="8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9" name="Google Shape;1069;p17"/>
          <p:cNvSpPr/>
          <p:nvPr/>
        </p:nvSpPr>
        <p:spPr>
          <a:xfrm>
            <a:off x="609600" y="3182239"/>
            <a:ext cx="50700" cy="50700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17"/>
          <p:cNvSpPr txBox="1"/>
          <p:nvPr/>
        </p:nvSpPr>
        <p:spPr>
          <a:xfrm>
            <a:off x="657860" y="3045460"/>
            <a:ext cx="3738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Dashboard, approval and cost insights</a:t>
            </a:r>
            <a:endParaRPr sz="8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71" name="Google Shape;1071;p17"/>
          <p:cNvSpPr/>
          <p:nvPr/>
        </p:nvSpPr>
        <p:spPr>
          <a:xfrm>
            <a:off x="609600" y="3398139"/>
            <a:ext cx="50700" cy="50700"/>
          </a:xfrm>
          <a:prstGeom prst="ellipse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7"/>
          <p:cNvSpPr txBox="1"/>
          <p:nvPr/>
        </p:nvSpPr>
        <p:spPr>
          <a:xfrm>
            <a:off x="657860" y="3261360"/>
            <a:ext cx="3738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Dedicated team: KAM, TAM and solutions engineer</a:t>
            </a:r>
            <a:endParaRPr sz="850">
              <a:solidFill>
                <a:srgbClr val="282A3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73" name="Google Shape;1073;p17"/>
          <p:cNvSpPr/>
          <p:nvPr/>
        </p:nvSpPr>
        <p:spPr>
          <a:xfrm>
            <a:off x="4572000" y="1066800"/>
            <a:ext cx="4114800" cy="2540100"/>
          </a:xfrm>
          <a:prstGeom prst="rect">
            <a:avLst/>
          </a:prstGeom>
          <a:solidFill>
            <a:srgbClr val="F4F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7"/>
          <p:cNvSpPr txBox="1"/>
          <p:nvPr/>
        </p:nvSpPr>
        <p:spPr>
          <a:xfrm>
            <a:off x="4632960" y="1127760"/>
            <a:ext cx="2976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COMMERCIAL TERMS</a:t>
            </a:r>
            <a:endParaRPr sz="7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75" name="Google Shape;1075;p17"/>
          <p:cNvSpPr/>
          <p:nvPr/>
        </p:nvSpPr>
        <p:spPr>
          <a:xfrm>
            <a:off x="4724400" y="1422400"/>
            <a:ext cx="38100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17"/>
          <p:cNvSpPr txBox="1"/>
          <p:nvPr/>
        </p:nvSpPr>
        <p:spPr>
          <a:xfrm>
            <a:off x="4632960" y="1407160"/>
            <a:ext cx="170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Platform fee</a:t>
            </a:r>
            <a:endParaRPr sz="9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77" name="Google Shape;1077;p17"/>
          <p:cNvSpPr txBox="1"/>
          <p:nvPr/>
        </p:nvSpPr>
        <p:spPr>
          <a:xfrm>
            <a:off x="6029960" y="1407160"/>
            <a:ext cx="2595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None</a:t>
            </a:r>
            <a:endParaRPr sz="9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78" name="Google Shape;1078;p17"/>
          <p:cNvSpPr/>
          <p:nvPr/>
        </p:nvSpPr>
        <p:spPr>
          <a:xfrm>
            <a:off x="4724400" y="1778000"/>
            <a:ext cx="38100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7"/>
          <p:cNvSpPr txBox="1"/>
          <p:nvPr/>
        </p:nvSpPr>
        <p:spPr>
          <a:xfrm>
            <a:off x="4632960" y="1762760"/>
            <a:ext cx="170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Monthly minimum</a:t>
            </a:r>
            <a:endParaRPr sz="9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80" name="Google Shape;1080;p17"/>
          <p:cNvSpPr txBox="1"/>
          <p:nvPr/>
        </p:nvSpPr>
        <p:spPr>
          <a:xfrm>
            <a:off x="6029960" y="1762760"/>
            <a:ext cx="2595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$10,000 in usage (~500,000 transactions)</a:t>
            </a:r>
            <a:endParaRPr sz="9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81" name="Google Shape;1081;p17"/>
          <p:cNvSpPr/>
          <p:nvPr/>
        </p:nvSpPr>
        <p:spPr>
          <a:xfrm>
            <a:off x="4724400" y="2133600"/>
            <a:ext cx="38100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7"/>
          <p:cNvSpPr txBox="1"/>
          <p:nvPr/>
        </p:nvSpPr>
        <p:spPr>
          <a:xfrm>
            <a:off x="4632960" y="2118360"/>
            <a:ext cx="170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Usage</a:t>
            </a:r>
            <a:endParaRPr sz="9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83" name="Google Shape;1083;p17"/>
          <p:cNvSpPr txBox="1"/>
          <p:nvPr/>
        </p:nvSpPr>
        <p:spPr>
          <a:xfrm>
            <a:off x="6029960" y="2118360"/>
            <a:ext cx="2595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Three tranches per successful transaction</a:t>
            </a:r>
            <a:endParaRPr sz="9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84" name="Google Shape;1084;p17"/>
          <p:cNvSpPr/>
          <p:nvPr/>
        </p:nvSpPr>
        <p:spPr>
          <a:xfrm>
            <a:off x="4724400" y="2489200"/>
            <a:ext cx="38100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7"/>
          <p:cNvSpPr txBox="1"/>
          <p:nvPr/>
        </p:nvSpPr>
        <p:spPr>
          <a:xfrm>
            <a:off x="4632960" y="2473960"/>
            <a:ext cx="170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Setup fee</a:t>
            </a:r>
            <a:endParaRPr sz="9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86" name="Google Shape;1086;p17"/>
          <p:cNvSpPr txBox="1"/>
          <p:nvPr/>
        </p:nvSpPr>
        <p:spPr>
          <a:xfrm>
            <a:off x="6029960" y="2473960"/>
            <a:ext cx="2595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None</a:t>
            </a:r>
            <a:endParaRPr sz="9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87" name="Google Shape;1087;p17"/>
          <p:cNvSpPr/>
          <p:nvPr/>
        </p:nvSpPr>
        <p:spPr>
          <a:xfrm>
            <a:off x="4724400" y="2844800"/>
            <a:ext cx="38100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7"/>
          <p:cNvSpPr txBox="1"/>
          <p:nvPr/>
        </p:nvSpPr>
        <p:spPr>
          <a:xfrm>
            <a:off x="4632960" y="2829560"/>
            <a:ext cx="170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Retries and cascades</a:t>
            </a:r>
            <a:endParaRPr sz="9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89" name="Google Shape;1089;p17"/>
          <p:cNvSpPr txBox="1"/>
          <p:nvPr/>
        </p:nvSpPr>
        <p:spPr>
          <a:xfrm>
            <a:off x="6029960" y="2829560"/>
            <a:ext cx="2595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Billed once, only when approved</a:t>
            </a:r>
            <a:endParaRPr sz="9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90" name="Google Shape;1090;p17"/>
          <p:cNvSpPr/>
          <p:nvPr/>
        </p:nvSpPr>
        <p:spPr>
          <a:xfrm>
            <a:off x="4724400" y="3200400"/>
            <a:ext cx="3810000" cy="6300"/>
          </a:xfrm>
          <a:prstGeom prst="rect">
            <a:avLst/>
          </a:prstGeom>
          <a:solidFill>
            <a:srgbClr val="C9CD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17"/>
          <p:cNvSpPr txBox="1"/>
          <p:nvPr/>
        </p:nvSpPr>
        <p:spPr>
          <a:xfrm>
            <a:off x="4632960" y="3185160"/>
            <a:ext cx="170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Contract term</a:t>
            </a:r>
            <a:endParaRPr sz="900">
              <a:solidFill>
                <a:srgbClr val="75787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92" name="Google Shape;1092;p17"/>
          <p:cNvSpPr txBox="1"/>
          <p:nvPr/>
        </p:nvSpPr>
        <p:spPr>
          <a:xfrm>
            <a:off x="6029960" y="3185160"/>
            <a:ext cx="2595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3 years, rates locked</a:t>
            </a:r>
            <a:endParaRPr sz="90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93" name="Google Shape;1093;p17"/>
          <p:cNvSpPr/>
          <p:nvPr/>
        </p:nvSpPr>
        <p:spPr>
          <a:xfrm>
            <a:off x="457200" y="3784600"/>
            <a:ext cx="8229600" cy="71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7"/>
          <p:cNvSpPr/>
          <p:nvPr/>
        </p:nvSpPr>
        <p:spPr>
          <a:xfrm>
            <a:off x="457200" y="3784600"/>
            <a:ext cx="25500" cy="7113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7"/>
          <p:cNvSpPr txBox="1"/>
          <p:nvPr/>
        </p:nvSpPr>
        <p:spPr>
          <a:xfrm>
            <a:off x="543560" y="3794760"/>
            <a:ext cx="2722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282A3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RECONCILIATION</a:t>
            </a:r>
            <a:endParaRPr sz="750">
              <a:solidFill>
                <a:srgbClr val="282A3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96" name="Google Shape;1096;p17"/>
          <p:cNvSpPr/>
          <p:nvPr/>
        </p:nvSpPr>
        <p:spPr>
          <a:xfrm>
            <a:off x="7340600" y="3860800"/>
            <a:ext cx="1193700" cy="177900"/>
          </a:xfrm>
          <a:prstGeom prst="roundRect">
            <a:avLst>
              <a:gd fmla="val 16667" name="adj"/>
            </a:avLst>
          </a:prstGeom>
          <a:solidFill>
            <a:srgbClr val="E8E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FOR FURTHER REVIEW</a:t>
            </a:r>
            <a:endParaRPr sz="600">
              <a:solidFill>
                <a:srgbClr val="3E4FE0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97" name="Google Shape;1097;p17"/>
          <p:cNvSpPr txBox="1"/>
          <p:nvPr/>
        </p:nvSpPr>
        <p:spPr>
          <a:xfrm>
            <a:off x="543560" y="3997960"/>
            <a:ext cx="8056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One reconciliation view across </a:t>
            </a:r>
            <a:r>
              <a:rPr b="1" lang="en-US" sz="8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Breeze, Coinflow, Whop and Checkout</a:t>
            </a:r>
            <a:r>
              <a:rPr lang="en-US" sz="8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, instead of one process per provider. Scope and pricing to be reviewed together; </a:t>
            </a:r>
            <a:r>
              <a:rPr b="1" lang="en-US" sz="8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not included</a:t>
            </a:r>
            <a:r>
              <a:rPr lang="en-US" sz="850">
                <a:solidFill>
                  <a:srgbClr val="454C58"/>
                </a:solidFill>
                <a:latin typeface="Titillium Web"/>
                <a:ea typeface="Titillium Web"/>
                <a:cs typeface="Titillium Web"/>
                <a:sym typeface="Titillium Web"/>
              </a:rPr>
              <a:t> in the totals.</a:t>
            </a:r>
            <a:endParaRPr sz="850">
              <a:solidFill>
                <a:srgbClr val="454C5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Yun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